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3.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3.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13.xml" ContentType="application/vnd.openxmlformats-officedocument.presentationml.slideLayout+xml"/>
  <Override PartName="/ppt/slideLayouts/slideLayout8.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6.xml" ContentType="application/vnd.openxmlformats-officedocument.presentationml.slideLayout+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_rels/slideLayout24.xml.rels" ContentType="application/vnd.openxmlformats-package.relationships+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20.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5.xml.rels" ContentType="application/vnd.openxmlformats-package.relationships+xml"/>
  <Override PartName="/ppt/slideLayouts/_rels/slideLayout25.xml.rels" ContentType="application/vnd.openxmlformats-package.relationships+xml"/>
  <Override PartName="/ppt/slideLayouts/_rels/slideLayout8.xml.rels" ContentType="application/vnd.openxmlformats-package.relationships+xml"/>
  <Override PartName="/ppt/slideLayouts/_rels/slideLayout12.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slideLayout3.xml" ContentType="application/vnd.openxmlformats-officedocument.presentationml.slideLayout+xml"/>
  <Override PartName="/ppt/slideLayouts/slideLayout25.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xml" ContentType="application/vnd.openxmlformats-officedocument.presentationml.slideLayout+xml"/>
  <Override PartName="/ppt/slides/slide1.xml" ContentType="application/vnd.openxmlformats-officedocument.presentationml.slide+xml"/>
  <Override PartName="/ppt/slides/_rels/slide12.xml.rels" ContentType="application/vnd.openxmlformats-package.relationships+xml"/>
  <Override PartName="/ppt/slides/_rels/slide9.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jpeg" ContentType="image/jpeg"/>
  <Override PartName="/ppt/media/image2.jpeg" ContentType="image/jpeg"/>
  <Override PartName="/ppt/media/image4.png" ContentType="image/png"/>
  <Override PartName="/ppt/media/image3.png" ContentType="image/png"/>
  <Override PartName="/ppt/media/image5.jpeg" ContentType="image/jpeg"/>
</Types>
</file>

<file path=_rels/.rels><?xml version="1.0" encoding="UTF-8"?>
<Relationships xmlns="http://schemas.openxmlformats.org/package/2006/relationships"><Relationship Id="rId1" Type="http://schemas.openxmlformats.org/officedocument/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7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tBDfr" TargetMode="Externa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3.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bg>
      <p:bgPr>
        <a:solidFill>
          <a:schemeClr val="lt1"/>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327600" y="200880"/>
            <a:ext cx="4593600" cy="3173040"/>
          </a:xfrm>
          <a:prstGeom prst="rect">
            <a:avLst/>
          </a:prstGeom>
          <a:noFill/>
          <a:ln w="0">
            <a:noFill/>
          </a:ln>
        </p:spPr>
        <p:txBody>
          <a:bodyPr lIns="91440" rIns="91440" tIns="91440" bIns="91440" anchor="t">
            <a:noAutofit/>
          </a:bodyPr>
          <a:p>
            <a:pPr indent="0">
              <a:buNone/>
            </a:pPr>
            <a:r>
              <a:rPr b="0" lang="fr-FR" sz="4500" strike="noStrike" u="none">
                <a:solidFill>
                  <a:schemeClr val="dk1"/>
                </a:solidFill>
                <a:effectLst/>
                <a:uFillTx/>
                <a:latin typeface="Arial"/>
              </a:rPr>
              <a:t>Click to edit the title text format</a:t>
            </a:r>
            <a:endParaRPr b="0" lang="fr-FR" sz="4500" strike="noStrike" u="none">
              <a:solidFill>
                <a:schemeClr val="dk1"/>
              </a:solidFill>
              <a:effectLst/>
              <a:uFillTx/>
              <a:latin typeface="Arial"/>
            </a:endParaRPr>
          </a:p>
        </p:txBody>
      </p:sp>
      <p:sp>
        <p:nvSpPr>
          <p:cNvPr id="1" name="PlaceHolder 2"/>
          <p:cNvSpPr>
            <a:spLocks noGrp="1"/>
          </p:cNvSpPr>
          <p:nvPr>
            <p:ph type="body"/>
          </p:nvPr>
        </p:nvSpPr>
        <p:spPr>
          <a:xfrm>
            <a:off x="5363640" y="0"/>
            <a:ext cx="378036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G_NUMBER">
    <p:bg>
      <p:bgPr>
        <a:solidFill>
          <a:schemeClr val="lt1"/>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284120" y="1341000"/>
            <a:ext cx="6575760" cy="1627920"/>
          </a:xfrm>
          <a:prstGeom prst="rect">
            <a:avLst/>
          </a:prstGeom>
          <a:noFill/>
          <a:ln w="0">
            <a:noFill/>
          </a:ln>
        </p:spPr>
        <p:txBody>
          <a:bodyPr lIns="91440" rIns="91440" tIns="91440" bIns="91440" anchor="b">
            <a:noAutofit/>
          </a:bodyPr>
          <a:p>
            <a:pPr indent="0" algn="ctr">
              <a:lnSpc>
                <a:spcPct val="100000"/>
              </a:lnSpc>
              <a:buNone/>
            </a:pPr>
            <a:r>
              <a:rPr b="0" lang="fr-FR" sz="6000" strike="noStrike" u="none">
                <a:solidFill>
                  <a:schemeClr val="dk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_1_1_1_1_1_1">
    <p:bg>
      <p:bgPr>
        <a:solidFill>
          <a:schemeClr val="dk1"/>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327600" y="2512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4" name="PlaceHolder 2"/>
          <p:cNvSpPr>
            <a:spLocks noGrp="1"/>
          </p:cNvSpPr>
          <p:nvPr>
            <p:ph type="title"/>
          </p:nvPr>
        </p:nvSpPr>
        <p:spPr>
          <a:xfrm>
            <a:off x="720000" y="1326600"/>
            <a:ext cx="734400" cy="639720"/>
          </a:xfrm>
          <a:prstGeom prst="rect">
            <a:avLst/>
          </a:prstGeom>
          <a:noFill/>
          <a:ln w="0">
            <a:noFill/>
          </a:ln>
        </p:spPr>
        <p:txBody>
          <a:bodyPr lIns="91440" rIns="91440" tIns="91440" bIns="91440" anchor="b">
            <a:noAutofit/>
          </a:bodyPr>
          <a:p>
            <a:pPr indent="0">
              <a:lnSpc>
                <a:spcPct val="100000"/>
              </a:lnSpc>
              <a:buNone/>
            </a:pPr>
            <a:r>
              <a:rPr b="0" lang="fr-FR" sz="4400" strike="noStrike" u="none">
                <a:solidFill>
                  <a:schemeClr val="lt1"/>
                </a:solidFill>
                <a:effectLst/>
                <a:uFillTx/>
                <a:latin typeface="Carattere"/>
                <a:ea typeface="Carattere"/>
              </a:rPr>
              <a:t>xx%</a:t>
            </a:r>
            <a:endParaRPr b="0" lang="fr-FR" sz="4400" strike="noStrike" u="none">
              <a:solidFill>
                <a:schemeClr val="dk1"/>
              </a:solidFill>
              <a:effectLst/>
              <a:uFillTx/>
              <a:latin typeface="Arial"/>
            </a:endParaRPr>
          </a:p>
        </p:txBody>
      </p:sp>
      <p:sp>
        <p:nvSpPr>
          <p:cNvPr id="5" name="PlaceHolder 3"/>
          <p:cNvSpPr>
            <a:spLocks noGrp="1"/>
          </p:cNvSpPr>
          <p:nvPr>
            <p:ph type="title"/>
          </p:nvPr>
        </p:nvSpPr>
        <p:spPr>
          <a:xfrm>
            <a:off x="720000" y="2947320"/>
            <a:ext cx="734400" cy="639720"/>
          </a:xfrm>
          <a:prstGeom prst="rect">
            <a:avLst/>
          </a:prstGeom>
          <a:noFill/>
          <a:ln w="0">
            <a:noFill/>
          </a:ln>
        </p:spPr>
        <p:txBody>
          <a:bodyPr lIns="91440" rIns="91440" tIns="91440" bIns="91440" anchor="b">
            <a:noAutofit/>
          </a:bodyPr>
          <a:p>
            <a:pPr indent="0">
              <a:lnSpc>
                <a:spcPct val="100000"/>
              </a:lnSpc>
              <a:buNone/>
            </a:pPr>
            <a:r>
              <a:rPr b="0" lang="fr-FR" sz="4400" strike="noStrike" u="none">
                <a:solidFill>
                  <a:schemeClr val="lt1"/>
                </a:solidFill>
                <a:effectLst/>
                <a:uFillTx/>
                <a:latin typeface="Carattere"/>
                <a:ea typeface="Carattere"/>
              </a:rPr>
              <a:t>xx%</a:t>
            </a:r>
            <a:endParaRPr b="0" lang="fr-FR" sz="4400" strike="noStrike" u="none">
              <a:solidFill>
                <a:schemeClr val="dk1"/>
              </a:solidFill>
              <a:effectLst/>
              <a:uFillTx/>
              <a:latin typeface="Arial"/>
            </a:endParaRPr>
          </a:p>
        </p:txBody>
      </p:sp>
      <p:sp>
        <p:nvSpPr>
          <p:cNvPr id="6" name="PlaceHolder 4"/>
          <p:cNvSpPr>
            <a:spLocks noGrp="1"/>
          </p:cNvSpPr>
          <p:nvPr>
            <p:ph type="title"/>
          </p:nvPr>
        </p:nvSpPr>
        <p:spPr>
          <a:xfrm>
            <a:off x="4883400" y="1326600"/>
            <a:ext cx="734400" cy="639720"/>
          </a:xfrm>
          <a:prstGeom prst="rect">
            <a:avLst/>
          </a:prstGeom>
          <a:noFill/>
          <a:ln w="0">
            <a:noFill/>
          </a:ln>
        </p:spPr>
        <p:txBody>
          <a:bodyPr lIns="91440" rIns="91440" tIns="91440" bIns="91440" anchor="b">
            <a:noAutofit/>
          </a:bodyPr>
          <a:p>
            <a:pPr indent="0">
              <a:lnSpc>
                <a:spcPct val="100000"/>
              </a:lnSpc>
              <a:buNone/>
            </a:pPr>
            <a:r>
              <a:rPr b="0" lang="fr-FR" sz="4400" strike="noStrike" u="none">
                <a:solidFill>
                  <a:schemeClr val="lt1"/>
                </a:solidFill>
                <a:effectLst/>
                <a:uFillTx/>
                <a:latin typeface="Carattere"/>
                <a:ea typeface="Carattere"/>
              </a:rPr>
              <a:t>xx%</a:t>
            </a:r>
            <a:endParaRPr b="0" lang="fr-FR" sz="4400" strike="noStrike" u="none">
              <a:solidFill>
                <a:schemeClr val="dk1"/>
              </a:solidFill>
              <a:effectLst/>
              <a:uFillTx/>
              <a:latin typeface="Arial"/>
            </a:endParaRPr>
          </a:p>
        </p:txBody>
      </p:sp>
      <p:sp>
        <p:nvSpPr>
          <p:cNvPr id="7" name="PlaceHolder 5"/>
          <p:cNvSpPr>
            <a:spLocks noGrp="1"/>
          </p:cNvSpPr>
          <p:nvPr>
            <p:ph type="title"/>
          </p:nvPr>
        </p:nvSpPr>
        <p:spPr>
          <a:xfrm>
            <a:off x="4883400" y="2947320"/>
            <a:ext cx="734400" cy="639720"/>
          </a:xfrm>
          <a:prstGeom prst="rect">
            <a:avLst/>
          </a:prstGeom>
          <a:noFill/>
          <a:ln w="0">
            <a:noFill/>
          </a:ln>
        </p:spPr>
        <p:txBody>
          <a:bodyPr lIns="91440" rIns="91440" tIns="91440" bIns="91440" anchor="b">
            <a:noAutofit/>
          </a:bodyPr>
          <a:p>
            <a:pPr indent="0">
              <a:lnSpc>
                <a:spcPct val="100000"/>
              </a:lnSpc>
              <a:buNone/>
            </a:pPr>
            <a:r>
              <a:rPr b="0" lang="fr-FR" sz="4400" strike="noStrike" u="none">
                <a:solidFill>
                  <a:schemeClr val="lt1"/>
                </a:solidFill>
                <a:effectLst/>
                <a:uFillTx/>
                <a:latin typeface="Carattere"/>
                <a:ea typeface="Carattere"/>
              </a:rPr>
              <a:t>xx%</a:t>
            </a:r>
            <a:endParaRPr b="0" lang="fr-FR" sz="4400" strike="noStrike" u="none">
              <a:solidFill>
                <a:schemeClr val="dk1"/>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10">
    <p:bg>
      <p:bgPr>
        <a:solidFill>
          <a:schemeClr val="lt1"/>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71316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
    <p:bg>
      <p:bgPr>
        <a:solidFill>
          <a:schemeClr val="lt1"/>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1026000" y="1046160"/>
            <a:ext cx="7674840" cy="926280"/>
          </a:xfrm>
          <a:prstGeom prst="rect">
            <a:avLst/>
          </a:prstGeom>
          <a:noFill/>
          <a:ln w="0">
            <a:noFill/>
          </a:ln>
        </p:spPr>
        <p:txBody>
          <a:bodyPr lIns="91440" rIns="91440" tIns="91440" bIns="91440" anchor="b">
            <a:noAutofit/>
          </a:bodyPr>
          <a:p>
            <a:pPr indent="0">
              <a:buNone/>
            </a:pPr>
            <a:r>
              <a:rPr b="0" lang="fr-FR" sz="3000" strike="noStrike" u="none">
                <a:solidFill>
                  <a:schemeClr val="dk1"/>
                </a:solidFill>
                <a:effectLst/>
                <a:uFillTx/>
                <a:latin typeface="Arial"/>
              </a:rPr>
              <a:t>Click to edit the title text format</a:t>
            </a:r>
            <a:endParaRPr b="0" lang="fr-FR" sz="3000" strike="noStrike" u="none">
              <a:solidFill>
                <a:schemeClr val="dk1"/>
              </a:solidFill>
              <a:effectLst/>
              <a:uFillTx/>
              <a:latin typeface="Arial"/>
            </a:endParaRPr>
          </a:p>
        </p:txBody>
      </p:sp>
      <p:sp>
        <p:nvSpPr>
          <p:cNvPr id="10"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_1">
    <p:bg>
      <p:bgPr>
        <a:solidFill>
          <a:schemeClr val="lt1"/>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327600" y="209160"/>
            <a:ext cx="4669560" cy="102744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2" name="PlaceHolder 2"/>
          <p:cNvSpPr>
            <a:spLocks noGrp="1"/>
          </p:cNvSpPr>
          <p:nvPr>
            <p:ph type="body"/>
          </p:nvPr>
        </p:nvSpPr>
        <p:spPr>
          <a:xfrm>
            <a:off x="5230800" y="0"/>
            <a:ext cx="3912840" cy="515088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4_1">
    <p:bg>
      <p:bgPr>
        <a:solidFill>
          <a:schemeClr val="lt1"/>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6291720" y="324360"/>
            <a:ext cx="2401920" cy="91620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14" name="PlaceHolder 2"/>
          <p:cNvSpPr>
            <a:spLocks noGrp="1"/>
          </p:cNvSpPr>
          <p:nvPr>
            <p:ph type="body"/>
          </p:nvPr>
        </p:nvSpPr>
        <p:spPr>
          <a:xfrm>
            <a:off x="229320" y="207000"/>
            <a:ext cx="2209320" cy="31939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5" name="PlaceHolder 3"/>
          <p:cNvSpPr>
            <a:spLocks noGrp="1"/>
          </p:cNvSpPr>
          <p:nvPr>
            <p:ph type="body"/>
          </p:nvPr>
        </p:nvSpPr>
        <p:spPr>
          <a:xfrm>
            <a:off x="229320" y="3601800"/>
            <a:ext cx="2209320" cy="15415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6" name="PlaceHolder 4"/>
          <p:cNvSpPr>
            <a:spLocks noGrp="1"/>
          </p:cNvSpPr>
          <p:nvPr>
            <p:ph type="body"/>
          </p:nvPr>
        </p:nvSpPr>
        <p:spPr>
          <a:xfrm>
            <a:off x="2607120" y="1506240"/>
            <a:ext cx="2367720" cy="252828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7" name="PlaceHolder 5"/>
          <p:cNvSpPr>
            <a:spLocks noGrp="1"/>
          </p:cNvSpPr>
          <p:nvPr>
            <p:ph type="body"/>
          </p:nvPr>
        </p:nvSpPr>
        <p:spPr>
          <a:xfrm>
            <a:off x="2607120" y="-36360"/>
            <a:ext cx="2367720" cy="141372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18" name="PlaceHolder 6"/>
          <p:cNvSpPr>
            <a:spLocks noGrp="1"/>
          </p:cNvSpPr>
          <p:nvPr>
            <p:ph type="body"/>
          </p:nvPr>
        </p:nvSpPr>
        <p:spPr>
          <a:xfrm>
            <a:off x="2607120" y="4163760"/>
            <a:ext cx="2367720" cy="979560"/>
          </a:xfrm>
          <a:prstGeom prst="rect">
            <a:avLst/>
          </a:prstGeom>
          <a:noFill/>
          <a:ln w="0">
            <a:noFill/>
          </a:ln>
        </p:spPr>
        <p:txBody>
          <a:bodyPr lIns="90000" rIns="90000" tIns="45000" bIns="45000" anchor="t">
            <a:normAutofit fontScale="25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6">
    <p:bg>
      <p:bgPr>
        <a:solidFill>
          <a:schemeClr val="lt1"/>
        </a:solidFill>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32760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7">
    <p:bg>
      <p:bgPr>
        <a:solidFill>
          <a:schemeClr val="lt1"/>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32760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8">
    <p:bg>
      <p:bgPr>
        <a:solidFill>
          <a:schemeClr val="dk1"/>
        </a:solidFill>
      </p:bgPr>
    </p:bg>
    <p:spTree>
      <p:nvGrpSpPr>
        <p:cNvPr id="1" name=""/>
        <p:cNvGrpSpPr/>
        <p:nvPr/>
      </p:nvGrpSpPr>
      <p:grpSpPr>
        <a:xfrm>
          <a:off x="0" y="0"/>
          <a:ext cx="0" cy="0"/>
          <a:chOff x="0" y="0"/>
          <a:chExt cx="0" cy="0"/>
        </a:xfrm>
      </p:grpSpPr>
      <p:sp>
        <p:nvSpPr>
          <p:cNvPr id="21" name="PlaceHolder 1"/>
          <p:cNvSpPr>
            <a:spLocks noGrp="1"/>
          </p:cNvSpPr>
          <p:nvPr>
            <p:ph type="title"/>
          </p:nvPr>
        </p:nvSpPr>
        <p:spPr>
          <a:xfrm>
            <a:off x="713160" y="3049560"/>
            <a:ext cx="2341080" cy="768600"/>
          </a:xfrm>
          <a:prstGeom prst="rect">
            <a:avLst/>
          </a:prstGeom>
          <a:noFill/>
          <a:ln w="0">
            <a:noFill/>
          </a:ln>
        </p:spPr>
        <p:txBody>
          <a:bodyPr lIns="91440" rIns="91440" tIns="91440" bIns="91440" anchor="b">
            <a:noAutofit/>
          </a:bodyPr>
          <a:p>
            <a:pPr indent="0">
              <a:lnSpc>
                <a:spcPct val="100000"/>
              </a:lnSpc>
              <a:buNone/>
            </a:pPr>
            <a:r>
              <a:rPr b="0" lang="fr-FR" sz="2600" strike="noStrike" u="none">
                <a:solidFill>
                  <a:schemeClr val="accent1"/>
                </a:solidFill>
                <a:effectLst/>
                <a:uFillTx/>
                <a:latin typeface="Manrope"/>
                <a:ea typeface="Manrope"/>
              </a:rPr>
              <a:t>xx%</a:t>
            </a:r>
            <a:endParaRPr b="0" lang="fr-FR" sz="2600" strike="noStrike" u="none">
              <a:solidFill>
                <a:schemeClr val="dk1"/>
              </a:solidFill>
              <a:effectLst/>
              <a:uFillTx/>
              <a:latin typeface="Arial"/>
            </a:endParaRPr>
          </a:p>
        </p:txBody>
      </p:sp>
      <p:sp>
        <p:nvSpPr>
          <p:cNvPr id="22" name="PlaceHolder 2"/>
          <p:cNvSpPr>
            <a:spLocks noGrp="1"/>
          </p:cNvSpPr>
          <p:nvPr>
            <p:ph type="title"/>
          </p:nvPr>
        </p:nvSpPr>
        <p:spPr>
          <a:xfrm>
            <a:off x="3401280" y="3049560"/>
            <a:ext cx="2341080" cy="768600"/>
          </a:xfrm>
          <a:prstGeom prst="rect">
            <a:avLst/>
          </a:prstGeom>
          <a:noFill/>
          <a:ln w="0">
            <a:noFill/>
          </a:ln>
        </p:spPr>
        <p:txBody>
          <a:bodyPr lIns="91440" rIns="91440" tIns="91440" bIns="91440" anchor="b">
            <a:noAutofit/>
          </a:bodyPr>
          <a:p>
            <a:pPr indent="0">
              <a:lnSpc>
                <a:spcPct val="100000"/>
              </a:lnSpc>
              <a:buNone/>
            </a:pPr>
            <a:r>
              <a:rPr b="0" lang="fr-FR" sz="2600" strike="noStrike" u="none">
                <a:solidFill>
                  <a:schemeClr val="accent1"/>
                </a:solidFill>
                <a:effectLst/>
                <a:uFillTx/>
                <a:latin typeface="Manrope"/>
                <a:ea typeface="Manrope"/>
              </a:rPr>
              <a:t>xx%</a:t>
            </a:r>
            <a:endParaRPr b="0" lang="fr-FR" sz="2600" strike="noStrike" u="none">
              <a:solidFill>
                <a:schemeClr val="dk1"/>
              </a:solidFill>
              <a:effectLst/>
              <a:uFillTx/>
              <a:latin typeface="Arial"/>
            </a:endParaRPr>
          </a:p>
        </p:txBody>
      </p:sp>
      <p:sp>
        <p:nvSpPr>
          <p:cNvPr id="23" name="PlaceHolder 3"/>
          <p:cNvSpPr>
            <a:spLocks noGrp="1"/>
          </p:cNvSpPr>
          <p:nvPr>
            <p:ph type="title"/>
          </p:nvPr>
        </p:nvSpPr>
        <p:spPr>
          <a:xfrm>
            <a:off x="6089400" y="3049560"/>
            <a:ext cx="2341080" cy="768600"/>
          </a:xfrm>
          <a:prstGeom prst="rect">
            <a:avLst/>
          </a:prstGeom>
          <a:noFill/>
          <a:ln w="0">
            <a:noFill/>
          </a:ln>
        </p:spPr>
        <p:txBody>
          <a:bodyPr lIns="91440" rIns="91440" tIns="91440" bIns="91440" anchor="b">
            <a:noAutofit/>
          </a:bodyPr>
          <a:p>
            <a:pPr indent="0">
              <a:lnSpc>
                <a:spcPct val="100000"/>
              </a:lnSpc>
              <a:buNone/>
            </a:pPr>
            <a:r>
              <a:rPr b="0" lang="fr-FR" sz="2600" strike="noStrike" u="none">
                <a:solidFill>
                  <a:schemeClr val="lt1"/>
                </a:solidFill>
                <a:effectLst/>
                <a:uFillTx/>
                <a:latin typeface="Manrope"/>
                <a:ea typeface="Manrope"/>
              </a:rPr>
              <a:t>xx%</a:t>
            </a:r>
            <a:endParaRPr b="0" lang="fr-FR" sz="2600" strike="noStrike" u="none">
              <a:solidFill>
                <a:schemeClr val="dk1"/>
              </a:solidFill>
              <a:effectLst/>
              <a:uFillTx/>
              <a:latin typeface="Arial"/>
            </a:endParaRPr>
          </a:p>
        </p:txBody>
      </p:sp>
      <p:sp>
        <p:nvSpPr>
          <p:cNvPr id="24" name="PlaceHolder 4"/>
          <p:cNvSpPr>
            <a:spLocks noGrp="1"/>
          </p:cNvSpPr>
          <p:nvPr>
            <p:ph type="title"/>
          </p:nvPr>
        </p:nvSpPr>
        <p:spPr>
          <a:xfrm>
            <a:off x="713160" y="900360"/>
            <a:ext cx="5251680" cy="1072800"/>
          </a:xfrm>
          <a:prstGeom prst="rect">
            <a:avLst/>
          </a:prstGeom>
          <a:noFill/>
          <a:ln w="0">
            <a:noFill/>
          </a:ln>
        </p:spPr>
        <p:txBody>
          <a:bodyPr lIns="91440" rIns="91440" tIns="91440" bIns="91440" anchor="b">
            <a:noAutofit/>
          </a:bodyPr>
          <a:p>
            <a:pPr indent="0">
              <a:lnSpc>
                <a:spcPct val="100000"/>
              </a:lnSpc>
              <a:buNone/>
            </a:pPr>
            <a:r>
              <a:rPr b="0" lang="fr-FR" sz="6000" strike="noStrike" u="none">
                <a:solidFill>
                  <a:schemeClr val="accent1"/>
                </a:solidFill>
                <a:effectLst/>
                <a:uFillTx/>
                <a:latin typeface="Manrope"/>
                <a:ea typeface="Manrope"/>
              </a:rPr>
              <a:t>xx%</a:t>
            </a:r>
            <a:endParaRPr b="0" lang="fr-FR" sz="6000" strike="noStrike" u="none">
              <a:solidFill>
                <a:schemeClr val="dk1"/>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bg>
      <p:bgPr>
        <a:solidFill>
          <a:schemeClr val="dk1"/>
        </a:solidFill>
      </p:bgPr>
    </p:bg>
    <p:spTree>
      <p:nvGrpSpPr>
        <p:cNvPr id="1" name=""/>
        <p:cNvGrpSpPr/>
        <p:nvPr/>
      </p:nvGrpSpPr>
      <p:grpSpPr>
        <a:xfrm>
          <a:off x="0" y="0"/>
          <a:ext cx="0" cy="0"/>
          <a:chOff x="0" y="0"/>
          <a:chExt cx="0" cy="0"/>
        </a:xfrm>
      </p:grpSpPr>
      <p:sp>
        <p:nvSpPr>
          <p:cNvPr id="25" name="PlaceHolder 1"/>
          <p:cNvSpPr>
            <a:spLocks noGrp="1"/>
          </p:cNvSpPr>
          <p:nvPr>
            <p:ph type="body"/>
          </p:nvPr>
        </p:nvSpPr>
        <p:spPr>
          <a:xfrm>
            <a:off x="0" y="0"/>
            <a:ext cx="3493080" cy="5143320"/>
          </a:xfrm>
          <a:prstGeom prst="rect">
            <a:avLst/>
          </a:prstGeom>
          <a:noFill/>
          <a:ln w="0">
            <a:noFill/>
          </a:ln>
        </p:spPr>
        <p:txBody>
          <a:bodyPr lIns="90000" rIns="90000" tIns="45000" bIns="45000" anchor="t">
            <a:normAutofit/>
          </a:bodyPr>
          <a:p>
            <a:pPr marL="432000" indent="-324000">
              <a:spcBef>
                <a:spcPts val="1417"/>
              </a:spcBef>
              <a:buClr>
                <a:srgbClr val="ffffff"/>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ffffff"/>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ffffff"/>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ffffff"/>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ffffff"/>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26" name="PlaceHolder 2"/>
          <p:cNvSpPr>
            <a:spLocks noGrp="1"/>
          </p:cNvSpPr>
          <p:nvPr>
            <p:ph type="title"/>
          </p:nvPr>
        </p:nvSpPr>
        <p:spPr>
          <a:xfrm>
            <a:off x="3636000" y="2769120"/>
            <a:ext cx="4794480" cy="1834560"/>
          </a:xfrm>
          <a:prstGeom prst="rect">
            <a:avLst/>
          </a:prstGeom>
          <a:noFill/>
          <a:ln w="0">
            <a:noFill/>
          </a:ln>
        </p:spPr>
        <p:txBody>
          <a:bodyPr lIns="91440" rIns="91440" tIns="91440" bIns="91440" anchor="t">
            <a:noAutofit/>
          </a:bodyPr>
          <a:p>
            <a:pPr indent="0">
              <a:buNone/>
            </a:pPr>
            <a:r>
              <a:rPr b="0" lang="fr-FR" sz="4000" strike="noStrike" u="none">
                <a:solidFill>
                  <a:schemeClr val="dk1"/>
                </a:solidFill>
                <a:effectLst/>
                <a:uFillTx/>
                <a:latin typeface="Arial"/>
              </a:rPr>
              <a:t>Click to edit the title text format</a:t>
            </a:r>
            <a:endParaRPr b="0" lang="fr-FR" sz="4000" strike="noStrike" u="none">
              <a:solidFill>
                <a:schemeClr val="dk1"/>
              </a:solidFill>
              <a:effectLst/>
              <a:uFillTx/>
              <a:latin typeface="Arial"/>
            </a:endParaRPr>
          </a:p>
        </p:txBody>
      </p:sp>
      <p:sp>
        <p:nvSpPr>
          <p:cNvPr id="27" name="PlaceHolder 3"/>
          <p:cNvSpPr>
            <a:spLocks noGrp="1"/>
          </p:cNvSpPr>
          <p:nvPr>
            <p:ph type="title"/>
          </p:nvPr>
        </p:nvSpPr>
        <p:spPr>
          <a:xfrm>
            <a:off x="3636000" y="290520"/>
            <a:ext cx="1366920" cy="633240"/>
          </a:xfrm>
          <a:prstGeom prst="rect">
            <a:avLst/>
          </a:prstGeom>
          <a:noFill/>
          <a:ln w="0">
            <a:noFill/>
          </a:ln>
        </p:spPr>
        <p:txBody>
          <a:bodyPr lIns="91440" rIns="91440" tIns="91440" bIns="91440" anchor="ctr">
            <a:noAutofit/>
          </a:bodyPr>
          <a:p>
            <a:pPr indent="0">
              <a:lnSpc>
                <a:spcPct val="100000"/>
              </a:lnSpc>
              <a:buNone/>
            </a:pPr>
            <a:r>
              <a:rPr b="0" lang="fr-FR" sz="6000" strike="noStrike" u="none">
                <a:solidFill>
                  <a:schemeClr val="lt1"/>
                </a:solidFill>
                <a:effectLst/>
                <a:uFillTx/>
                <a:latin typeface="Carattere"/>
                <a:ea typeface="Carattere"/>
              </a:rPr>
              <a:t>xx%</a:t>
            </a:r>
            <a:endParaRPr b="0" lang="fr-FR" sz="6000" strike="noStrike" u="none">
              <a:solidFill>
                <a:schemeClr val="dk1"/>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3_1">
    <p:bg>
      <p:bgPr>
        <a:solidFill>
          <a:schemeClr val="dk1"/>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327600" y="240480"/>
            <a:ext cx="5539320" cy="1058400"/>
          </a:xfrm>
          <a:prstGeom prst="rect">
            <a:avLst/>
          </a:prstGeom>
          <a:noFill/>
          <a:ln w="0">
            <a:noFill/>
          </a:ln>
        </p:spPr>
        <p:txBody>
          <a:bodyPr lIns="91440" rIns="91440" tIns="91440" bIns="91440" anchor="b">
            <a:noAutofit/>
          </a:bodyPr>
          <a:p>
            <a:pPr indent="0">
              <a:buNone/>
            </a:pPr>
            <a:r>
              <a:rPr b="0" lang="fr-FR" sz="5800" strike="noStrike" u="none">
                <a:solidFill>
                  <a:schemeClr val="dk1"/>
                </a:solidFill>
                <a:effectLst/>
                <a:uFillTx/>
                <a:latin typeface="Arial"/>
              </a:rPr>
              <a:t>Click to edit the title text format</a:t>
            </a:r>
            <a:endParaRPr b="0" lang="fr-FR" sz="5800" strike="noStrike" u="none">
              <a:solidFill>
                <a:schemeClr val="dk1"/>
              </a:solidFill>
              <a:effectLst/>
              <a:uFillTx/>
              <a:latin typeface="Arial"/>
            </a:endParaRPr>
          </a:p>
        </p:txBody>
      </p:sp>
      <p:sp>
        <p:nvSpPr>
          <p:cNvPr id="29" name="Google Shape;104;p21"/>
          <p:cNvSpPr/>
          <p:nvPr/>
        </p:nvSpPr>
        <p:spPr>
          <a:xfrm>
            <a:off x="4447440" y="3757680"/>
            <a:ext cx="3998880" cy="437040"/>
          </a:xfrm>
          <a:prstGeom prst="rect">
            <a:avLst/>
          </a:prstGeom>
          <a:noFill/>
          <a:ln w="0">
            <a:noFill/>
          </a:ln>
        </p:spPr>
        <p:style>
          <a:lnRef idx="0"/>
          <a:fillRef idx="0"/>
          <a:effectRef idx="0"/>
          <a:fontRef idx="minor"/>
        </p:style>
        <p:txBody>
          <a:bodyPr tIns="91440" bIns="91440" anchor="t">
            <a:noAutofit/>
          </a:bodyPr>
          <a:p>
            <a:pPr algn="r" defTabSz="914400">
              <a:lnSpc>
                <a:spcPct val="100000"/>
              </a:lnSpc>
              <a:spcBef>
                <a:spcPts val="300"/>
              </a:spcBef>
              <a:tabLst>
                <a:tab algn="l" pos="0"/>
              </a:tabLst>
            </a:pPr>
            <a:r>
              <a:rPr b="1" lang="en" sz="1000" strike="noStrike" u="none">
                <a:solidFill>
                  <a:schemeClr val="lt1"/>
                </a:solidFill>
                <a:effectLst/>
                <a:uFillTx/>
                <a:latin typeface="Open Sans"/>
                <a:ea typeface="Open Sans"/>
              </a:rPr>
              <a:t>CREDITS:</a:t>
            </a:r>
            <a:r>
              <a:rPr b="0" lang="en" sz="1000" strike="noStrike" u="none">
                <a:solidFill>
                  <a:schemeClr val="lt1"/>
                </a:solidFill>
                <a:effectLst/>
                <a:uFillTx/>
                <a:latin typeface="Open Sans"/>
                <a:ea typeface="Open Sans"/>
              </a:rPr>
              <a:t> This presentation template was created by </a:t>
            </a:r>
            <a:r>
              <a:rPr b="1" lang="en" sz="1000" strike="noStrike" u="sng">
                <a:solidFill>
                  <a:schemeClr val="lt1"/>
                </a:solidFill>
                <a:effectLst/>
                <a:uFillTx/>
                <a:latin typeface="Open Sans"/>
                <a:ea typeface="Open Sans"/>
                <a:hlinkClick r:id="rId2"/>
              </a:rPr>
              <a:t>Slidesgo</a:t>
            </a:r>
            <a:r>
              <a:rPr b="0" lang="en" sz="1000" strike="noStrike" u="none">
                <a:solidFill>
                  <a:schemeClr val="lt1"/>
                </a:solidFill>
                <a:effectLst/>
                <a:uFillTx/>
                <a:latin typeface="Open Sans"/>
                <a:ea typeface="Open Sans"/>
              </a:rPr>
              <a:t>, and includes icons, infographics &amp; images by </a:t>
            </a:r>
            <a:r>
              <a:rPr b="1" lang="en" sz="1000" strike="noStrike" u="sng">
                <a:solidFill>
                  <a:schemeClr val="lt1"/>
                </a:solidFill>
                <a:effectLst/>
                <a:uFillTx/>
                <a:latin typeface="Open Sans"/>
                <a:ea typeface="Open Sans"/>
                <a:hlinkClick r:id="rId3"/>
              </a:rPr>
              <a:t>Freepik</a:t>
            </a:r>
            <a:r>
              <a:rPr b="0" lang="en" sz="1000" strike="noStrike" u="sng">
                <a:solidFill>
                  <a:schemeClr val="lt1"/>
                </a:solidFill>
                <a:effectLst/>
                <a:uFillTx/>
                <a:latin typeface="Open Sans"/>
                <a:ea typeface="Open Sans"/>
              </a:rPr>
              <a:t> </a:t>
            </a:r>
            <a:endParaRPr b="0" lang="en-US" sz="1000" strike="noStrike" u="none">
              <a:solidFill>
                <a:srgbClr val="ffffff"/>
              </a:solidFill>
              <a:effectLst/>
              <a:uFillTx/>
              <a:latin typeface="OpenSymbol"/>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
    <p:bg>
      <p:bgPr>
        <a:solidFill>
          <a:schemeClr val="lt1"/>
        </a:solidFill>
      </p:bgPr>
    </p:bg>
    <p:spTree>
      <p:nvGrpSpPr>
        <p:cNvPr id="1" name=""/>
        <p:cNvGrpSpPr/>
        <p:nvPr/>
      </p:nvGrpSpPr>
      <p:grpSpPr>
        <a:xfrm>
          <a:off x="0" y="0"/>
          <a:ext cx="0" cy="0"/>
          <a:chOff x="0" y="0"/>
          <a:chExt cx="0" cy="0"/>
        </a:xfrm>
      </p:grpSpPr>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9_1">
    <p:bg>
      <p:bgPr>
        <a:solidFill>
          <a:schemeClr val="dk1"/>
        </a:solidFill>
      </p:bgPr>
    </p:bg>
    <p:spTree>
      <p:nvGrpSpPr>
        <p:cNvPr id="1" name=""/>
        <p:cNvGrpSpPr/>
        <p:nvPr/>
      </p:nvGrpSpPr>
      <p:grpSpPr>
        <a:xfrm>
          <a:off x="0" y="0"/>
          <a:ext cx="0" cy="0"/>
          <a:chOff x="0" y="0"/>
          <a:chExt cx="0" cy="0"/>
        </a:xfrm>
      </p:grpSpPr>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_AND_BODY">
    <p:bg>
      <p:bgPr>
        <a:solidFill>
          <a:schemeClr val="lt1"/>
        </a:solidFill>
      </p:bgPr>
    </p:bg>
    <p:spTree>
      <p:nvGrpSpPr>
        <p:cNvPr id="1" name=""/>
        <p:cNvGrpSpPr/>
        <p:nvPr/>
      </p:nvGrpSpPr>
      <p:grpSpPr>
        <a:xfrm>
          <a:off x="0" y="0"/>
          <a:ext cx="0" cy="0"/>
          <a:chOff x="0" y="0"/>
          <a:chExt cx="0" cy="0"/>
        </a:xfrm>
      </p:grpSpPr>
      <p:sp>
        <p:nvSpPr>
          <p:cNvPr id="30" name="PlaceHolder 1"/>
          <p:cNvSpPr>
            <a:spLocks noGrp="1"/>
          </p:cNvSpPr>
          <p:nvPr>
            <p:ph type="title"/>
          </p:nvPr>
        </p:nvSpPr>
        <p:spPr>
          <a:xfrm>
            <a:off x="32760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31" name="PlaceHolder 2"/>
          <p:cNvSpPr>
            <a:spLocks noGrp="1"/>
          </p:cNvSpPr>
          <p:nvPr>
            <p:ph type="body"/>
          </p:nvPr>
        </p:nvSpPr>
        <p:spPr>
          <a:xfrm>
            <a:off x="720000" y="990360"/>
            <a:ext cx="7703640" cy="3613320"/>
          </a:xfrm>
          <a:prstGeom prst="rect">
            <a:avLst/>
          </a:prstGeom>
          <a:noFill/>
          <a:ln w="0">
            <a:noFill/>
          </a:ln>
        </p:spPr>
        <p:txBody>
          <a:bodyPr lIns="91440" rIns="91440" tIns="91440" bIns="91440" anchor="t">
            <a:noAutofit/>
          </a:bodyPr>
          <a:p>
            <a:pPr marL="432000" indent="-324000">
              <a:spcBef>
                <a:spcPts val="1417"/>
              </a:spcBef>
              <a:buClr>
                <a:srgbClr val="000000"/>
              </a:buClr>
              <a:buSzPct val="45000"/>
              <a:buFont typeface="Wingdings" charset="2"/>
              <a:buChar char=""/>
            </a:pPr>
            <a:r>
              <a:rPr b="0" lang="fr-FR" sz="1200" strike="noStrike" u="none">
                <a:solidFill>
                  <a:srgbClr val="000000"/>
                </a:solidFill>
                <a:effectLst/>
                <a:uFillTx/>
                <a:latin typeface="Arial"/>
              </a:rPr>
              <a:t>Click to edit the outline text format</a:t>
            </a:r>
            <a:endParaRPr b="0" lang="fr-FR" sz="1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200" strike="noStrike" u="none">
                <a:solidFill>
                  <a:srgbClr val="000000"/>
                </a:solidFill>
                <a:effectLst/>
                <a:uFillTx/>
                <a:latin typeface="Arial"/>
              </a:rPr>
              <a:t>Second Outline Level</a:t>
            </a:r>
            <a:endParaRPr b="0" lang="fr-FR" sz="12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200" strike="noStrike" u="none">
                <a:solidFill>
                  <a:srgbClr val="000000"/>
                </a:solidFill>
                <a:effectLst/>
                <a:uFillTx/>
                <a:latin typeface="Arial"/>
              </a:rPr>
              <a:t>Third Outline Level</a:t>
            </a:r>
            <a:endParaRPr b="0" lang="fr-FR" sz="12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200" strike="noStrike" u="none">
                <a:solidFill>
                  <a:srgbClr val="000000"/>
                </a:solidFill>
                <a:effectLst/>
                <a:uFillTx/>
                <a:latin typeface="Arial"/>
              </a:rPr>
              <a:t>Fourth Outline Level</a:t>
            </a:r>
            <a:endParaRPr b="0" lang="fr-FR" sz="12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Fifth Outline Level</a:t>
            </a:r>
            <a:endParaRPr b="0" lang="fr-FR" sz="12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Sixth Outline Level</a:t>
            </a:r>
            <a:endParaRPr b="0" lang="fr-FR" sz="12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200" strike="noStrike" u="none">
                <a:solidFill>
                  <a:srgbClr val="000000"/>
                </a:solidFill>
                <a:effectLst/>
                <a:uFillTx/>
                <a:latin typeface="Arial"/>
              </a:rPr>
              <a:t>Seventh Outline Level</a:t>
            </a:r>
            <a:endParaRPr b="0" lang="fr-FR" sz="1200" strike="noStrike" u="none">
              <a:solidFill>
                <a:srgbClr val="000000"/>
              </a:solidFill>
              <a:effectLst/>
              <a:uFillTx/>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_AND_TWO_COLUMNS">
    <p:bg>
      <p:bgPr>
        <a:solidFill>
          <a:schemeClr val="lt1"/>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327600" y="26280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bg>
      <p:bgPr>
        <a:solidFill>
          <a:schemeClr val="lt1"/>
        </a:solidFill>
      </p:bgPr>
    </p:bg>
    <p:spTree>
      <p:nvGrpSpPr>
        <p:cNvPr id="1" name=""/>
        <p:cNvGrpSpPr/>
        <p:nvPr/>
      </p:nvGrpSpPr>
      <p:grpSpPr>
        <a:xfrm>
          <a:off x="0" y="0"/>
          <a:ext cx="0" cy="0"/>
          <a:chOff x="0" y="0"/>
          <a:chExt cx="0" cy="0"/>
        </a:xfrm>
      </p:grpSpPr>
      <p:sp>
        <p:nvSpPr>
          <p:cNvPr id="33" name="PlaceHolder 1"/>
          <p:cNvSpPr>
            <a:spLocks noGrp="1"/>
          </p:cNvSpPr>
          <p:nvPr>
            <p:ph type="title"/>
          </p:nvPr>
        </p:nvSpPr>
        <p:spPr>
          <a:xfrm>
            <a:off x="327600" y="253080"/>
            <a:ext cx="7703640" cy="572400"/>
          </a:xfrm>
          <a:prstGeom prst="rect">
            <a:avLst/>
          </a:prstGeom>
          <a:noFill/>
          <a:ln w="0">
            <a:noFill/>
          </a:ln>
        </p:spPr>
        <p:txBody>
          <a:bodyPr lIns="91440" rIns="91440" tIns="91440" bIns="91440" anchor="t">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34"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1400" strike="noStrike" u="none">
                <a:solidFill>
                  <a:srgbClr val="000000"/>
                </a:solidFill>
                <a:effectLst/>
                <a:uFillTx/>
                <a:latin typeface="Arial"/>
              </a:rPr>
              <a:t>Click to edit the outline text format</a:t>
            </a:r>
            <a:endParaRPr b="0" lang="fr-FR" sz="14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400" strike="noStrike" u="none">
                <a:solidFill>
                  <a:srgbClr val="000000"/>
                </a:solidFill>
                <a:effectLst/>
                <a:uFillTx/>
                <a:latin typeface="Arial"/>
              </a:rPr>
              <a:t>Second Outline Level</a:t>
            </a:r>
            <a:endParaRPr b="0" lang="fr-FR" sz="14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400" strike="noStrike" u="none">
                <a:solidFill>
                  <a:srgbClr val="000000"/>
                </a:solidFill>
                <a:effectLst/>
                <a:uFillTx/>
                <a:latin typeface="Arial"/>
              </a:rPr>
              <a:t>Third Outline Level</a:t>
            </a:r>
            <a:endParaRPr b="0" lang="fr-FR" sz="1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400" strike="noStrike" u="none">
                <a:solidFill>
                  <a:srgbClr val="000000"/>
                </a:solidFill>
                <a:effectLst/>
                <a:uFillTx/>
                <a:latin typeface="Arial"/>
              </a:rPr>
              <a:t>Fourth Outline Level</a:t>
            </a:r>
            <a:endParaRPr b="0" lang="fr-FR" sz="14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Fifth Outline Level</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Sixth Outline Level</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Seventh Outline Level</a:t>
            </a:r>
            <a:endParaRPr b="0" lang="fr-FR" sz="2000" strike="noStrike" u="none">
              <a:solidFill>
                <a:srgbClr val="000000"/>
              </a:solidFill>
              <a:effectLst/>
              <a:uFillTx/>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NE_COLUMN_TEXT">
    <p:bg>
      <p:bgPr>
        <a:solidFill>
          <a:schemeClr val="lt1"/>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11800" y="878760"/>
            <a:ext cx="3636720" cy="1027440"/>
          </a:xfrm>
          <a:prstGeom prst="rect">
            <a:avLst/>
          </a:prstGeom>
          <a:noFill/>
          <a:ln w="0">
            <a:noFill/>
          </a:ln>
        </p:spPr>
        <p:txBody>
          <a:bodyPr lIns="91440" rIns="91440" tIns="91440" bIns="91440" anchor="b">
            <a:noAutofit/>
          </a:bodyPr>
          <a:p>
            <a:pPr indent="0">
              <a:buNone/>
            </a:pPr>
            <a:r>
              <a:rPr b="0" lang="fr-FR" sz="2600" strike="noStrike" u="none">
                <a:solidFill>
                  <a:schemeClr val="dk1"/>
                </a:solidFill>
                <a:effectLst/>
                <a:uFillTx/>
                <a:latin typeface="Arial"/>
              </a:rPr>
              <a:t>Click to edit the title text format</a:t>
            </a:r>
            <a:endParaRPr b="0" lang="fr-FR" sz="2600" strike="noStrike" u="none">
              <a:solidFill>
                <a:schemeClr val="dk1"/>
              </a:solidFill>
              <a:effectLst/>
              <a:uFillTx/>
              <a:latin typeface="Arial"/>
            </a:endParaRPr>
          </a:p>
        </p:txBody>
      </p:sp>
      <p:sp>
        <p:nvSpPr>
          <p:cNvPr id="36" name="PlaceHolder 2"/>
          <p:cNvSpPr>
            <a:spLocks noGrp="1"/>
          </p:cNvSpPr>
          <p:nvPr>
            <p:ph type="body"/>
          </p:nvPr>
        </p:nvSpPr>
        <p:spPr>
          <a:xfrm>
            <a:off x="5643720" y="539640"/>
            <a:ext cx="2786760" cy="4064040"/>
          </a:xfrm>
          <a:prstGeom prst="rect">
            <a:avLst/>
          </a:prstGeom>
          <a:noFill/>
          <a:ln w="0">
            <a:noFill/>
          </a:ln>
        </p:spPr>
        <p:txBody>
          <a:bodyPr lIns="90000" rIns="90000" tIns="45000" bIns="45000" anchor="t">
            <a:normAutofit fontScale="40000" lnSpcReduction="19999"/>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_POINT">
    <p:bg>
      <p:bgPr>
        <a:solidFill>
          <a:schemeClr val="lt1"/>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2318040" y="1307160"/>
            <a:ext cx="4507920" cy="2529000"/>
          </a:xfrm>
          <a:prstGeom prst="rect">
            <a:avLst/>
          </a:prstGeom>
          <a:noFill/>
          <a:ln w="0">
            <a:noFill/>
          </a:ln>
        </p:spPr>
        <p:txBody>
          <a:bodyPr lIns="91440" rIns="91440" tIns="91440" bIns="91440" anchor="ctr">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TITLE_AND_DESCRIPTION">
    <p:bg>
      <p:bgPr>
        <a:solidFill>
          <a:schemeClr val="lt1"/>
        </a:solid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2135520" y="1189080"/>
            <a:ext cx="4872600" cy="1964160"/>
          </a:xfrm>
          <a:prstGeom prst="rect">
            <a:avLst/>
          </a:prstGeom>
          <a:noFill/>
          <a:ln w="0">
            <a:noFill/>
          </a:ln>
        </p:spPr>
        <p:txBody>
          <a:bodyPr lIns="91440" rIns="91440" tIns="91440" bIns="91440" anchor="b">
            <a:noAutofit/>
          </a:bodyPr>
          <a:p>
            <a:pPr indent="0">
              <a:buNone/>
            </a:pPr>
            <a:r>
              <a:rPr b="0" lang="fr-FR" sz="6000" strike="noStrike" u="none">
                <a:solidFill>
                  <a:schemeClr val="dk1"/>
                </a:solidFill>
                <a:effectLst/>
                <a:uFillTx/>
                <a:latin typeface="Arial"/>
              </a:rPr>
              <a:t>Click to edit the title text format</a:t>
            </a:r>
            <a:endParaRPr b="0" lang="fr-FR" sz="6000" strike="noStrike" u="none">
              <a:solidFill>
                <a:schemeClr val="dk1"/>
              </a:solidFill>
              <a:effectLst/>
              <a:uFillTx/>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APTION_ONLY">
    <p:bg>
      <p:bgPr>
        <a:solidFill>
          <a:schemeClr val="lt1"/>
        </a:solidFill>
      </p:bgPr>
    </p:bg>
    <p:spTree>
      <p:nvGrpSpPr>
        <p:cNvPr id="1" name=""/>
        <p:cNvGrpSpPr/>
        <p:nvPr/>
      </p:nvGrpSpPr>
      <p:grpSpPr>
        <a:xfrm>
          <a:off x="0" y="0"/>
          <a:ext cx="0" cy="0"/>
          <a:chOff x="0" y="0"/>
          <a:chExt cx="0" cy="0"/>
        </a:xfrm>
      </p:grpSpPr>
      <p:sp>
        <p:nvSpPr>
          <p:cNvPr id="39" name="PlaceHolder 1"/>
          <p:cNvSpPr>
            <a:spLocks noGrp="1"/>
          </p:cNvSpPr>
          <p:nvPr>
            <p:ph type="body"/>
          </p:nvPr>
        </p:nvSpPr>
        <p:spPr>
          <a:xfrm>
            <a:off x="0" y="0"/>
            <a:ext cx="9143640" cy="5143320"/>
          </a:xfrm>
          <a:prstGeom prst="rect">
            <a:avLst/>
          </a:prstGeom>
          <a:noFill/>
          <a:ln w="0">
            <a:noFill/>
          </a:ln>
        </p:spPr>
        <p:txBody>
          <a:bodyPr lIns="90000" rIns="90000" tIns="45000" bIns="45000" anchor="t">
            <a:normAutofit/>
          </a:bodyPr>
          <a:p>
            <a:pPr marL="432000" indent="-324000">
              <a:spcBef>
                <a:spcPts val="1417"/>
              </a:spcBef>
              <a:buClr>
                <a:srgbClr val="000000"/>
              </a:buClr>
              <a:buSzPct val="45000"/>
              <a:buFont typeface="Wingdings" charset="2"/>
              <a:buChar char=""/>
            </a:pPr>
            <a:r>
              <a:rPr b="0" lang="fr-FR" sz="1800" strike="noStrike" u="none">
                <a:solidFill>
                  <a:srgbClr val="000000"/>
                </a:solidFill>
                <a:effectLst/>
                <a:uFillTx/>
                <a:latin typeface="Arial"/>
              </a:rPr>
              <a:t>Click to edit the outline text format</a:t>
            </a:r>
            <a:endParaRPr b="0" lang="fr-FR"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1800" strike="noStrike" u="none">
                <a:solidFill>
                  <a:srgbClr val="000000"/>
                </a:solidFill>
                <a:effectLst/>
                <a:uFillTx/>
                <a:latin typeface="Arial"/>
              </a:rPr>
              <a:t>Second Outline Level</a:t>
            </a:r>
            <a:endParaRPr b="0" lang="fr-FR"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1800" strike="noStrike" u="none">
                <a:solidFill>
                  <a:srgbClr val="000000"/>
                </a:solidFill>
                <a:effectLst/>
                <a:uFillTx/>
                <a:latin typeface="Arial"/>
              </a:rPr>
              <a:t>Third Outline Level</a:t>
            </a:r>
            <a:endParaRPr b="0" lang="fr-FR"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1800" strike="noStrike" u="none">
                <a:solidFill>
                  <a:srgbClr val="000000"/>
                </a:solidFill>
                <a:effectLst/>
                <a:uFillTx/>
                <a:latin typeface="Arial"/>
              </a:rPr>
              <a:t>Fourth Outline Level</a:t>
            </a:r>
            <a:endParaRPr b="0" lang="fr-FR"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Fifth Outline Level</a:t>
            </a:r>
            <a:endParaRPr b="0" lang="fr-FR"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Sixth Outline Level</a:t>
            </a:r>
            <a:endParaRPr b="0" lang="fr-FR"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1800" strike="noStrike" u="none">
                <a:solidFill>
                  <a:srgbClr val="000000"/>
                </a:solidFill>
                <a:effectLst/>
                <a:uFillTx/>
                <a:latin typeface="Arial"/>
              </a:rPr>
              <a:t>Seventh Outline Level</a:t>
            </a:r>
            <a:endParaRPr b="0" lang="fr-FR" sz="1800" strike="noStrike" u="none">
              <a:solidFill>
                <a:srgbClr val="000000"/>
              </a:solidFill>
              <a:effectLst/>
              <a:uFillTx/>
              <a:latin typeface="Arial"/>
            </a:endParaRPr>
          </a:p>
        </p:txBody>
      </p:sp>
      <p:sp>
        <p:nvSpPr>
          <p:cNvPr id="40" name="PlaceHolder 2"/>
          <p:cNvSpPr>
            <a:spLocks noGrp="1"/>
          </p:cNvSpPr>
          <p:nvPr>
            <p:ph type="title"/>
          </p:nvPr>
        </p:nvSpPr>
        <p:spPr>
          <a:xfrm>
            <a:off x="1948680" y="4014360"/>
            <a:ext cx="5245920" cy="441360"/>
          </a:xfrm>
          <a:prstGeom prst="rect">
            <a:avLst/>
          </a:prstGeom>
          <a:solidFill>
            <a:schemeClr val="accent2"/>
          </a:solidFill>
          <a:ln w="0">
            <a:noFill/>
          </a:ln>
        </p:spPr>
        <p:txBody>
          <a:bodyPr lIns="91440" rIns="91440" tIns="91440" bIns="91440" anchor="t">
            <a:noAutofit/>
          </a:bodyPr>
          <a:p>
            <a:pPr indent="0">
              <a:buNone/>
            </a:pPr>
            <a:r>
              <a:rPr b="0" lang="fr-FR" sz="1800" strike="noStrike" u="none">
                <a:solidFill>
                  <a:schemeClr val="dk1"/>
                </a:solidFill>
                <a:effectLst/>
                <a:uFillTx/>
                <a:latin typeface="Arial"/>
              </a:rPr>
              <a:t>Click to edit the title text format</a:t>
            </a:r>
            <a:endParaRPr b="0" lang="fr-FR" sz="1800" strike="noStrike" u="none">
              <a:solidFill>
                <a:schemeClr val="dk1"/>
              </a:solidFill>
              <a:effectLst/>
              <a:uFillTx/>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mple-light-2">
    <p:bg>
      <p:bgPr>
        <a:solidFill>
          <a:schemeClr val="dk1"/>
        </a:solidFill>
      </p:bgPr>
    </p:bg>
    <p:spTree>
      <p:nvGrpSpPr>
        <p:cNvPr id="1" name=""/>
        <p:cNvGrpSpPr/>
        <p:nvPr/>
      </p:nvGrpSpPr>
      <p:grpSpPr>
        <a:xfrm>
          <a:off x="0" y="0"/>
          <a:ext cx="0" cy="0"/>
          <a:chOff x="0" y="0"/>
          <a:chExt cx="0" cy="0"/>
        </a:xfrm>
      </p:grpSpPr>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
    <p:bg>
      <p:bgPr>
        <a:solidFill>
          <a:schemeClr val="dk1"/>
        </a:solidFill>
      </p:bgPr>
    </p:bg>
    <p:spTree>
      <p:nvGrpSpPr>
        <p:cNvPr id="1" name=""/>
        <p:cNvGrpSpPr/>
        <p:nvPr/>
      </p:nvGrpSpPr>
      <p:grpSpPr>
        <a:xfrm>
          <a:off x="0" y="0"/>
          <a:ext cx="0" cy="0"/>
          <a:chOff x="0" y="0"/>
          <a:chExt cx="0" cy="0"/>
        </a:xfrm>
      </p:grpSpPr>
      <p:sp>
        <p:nvSpPr>
          <p:cNvPr id="41" name="Google Shape;112;p26"/>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2" name="PlaceHolder 1"/>
          <p:cNvSpPr>
            <a:spLocks noGrp="1"/>
          </p:cNvSpPr>
          <p:nvPr>
            <p:ph type="title"/>
          </p:nvPr>
        </p:nvSpPr>
        <p:spPr>
          <a:xfrm>
            <a:off x="713160" y="539640"/>
            <a:ext cx="771732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USTOM_2_1_1">
    <p:bg>
      <p:bgPr>
        <a:solidFill>
          <a:schemeClr val="dk1"/>
        </a:solidFill>
      </p:bgPr>
    </p:bg>
    <p:spTree>
      <p:nvGrpSpPr>
        <p:cNvPr id="1" name=""/>
        <p:cNvGrpSpPr/>
        <p:nvPr/>
      </p:nvGrpSpPr>
      <p:grpSpPr>
        <a:xfrm>
          <a:off x="0" y="0"/>
          <a:ext cx="0" cy="0"/>
          <a:chOff x="0" y="0"/>
          <a:chExt cx="0" cy="0"/>
        </a:xfrm>
      </p:grpSpPr>
      <p:sp>
        <p:nvSpPr>
          <p:cNvPr id="43" name="Google Shape;115;p27"/>
          <p:cNvSpPr/>
          <p:nvPr/>
        </p:nvSpPr>
        <p:spPr>
          <a:xfrm>
            <a:off x="0" y="-10440"/>
            <a:ext cx="9143640" cy="1180440"/>
          </a:xfrm>
          <a:prstGeom prst="rect">
            <a:avLst/>
          </a:prstGeom>
          <a:solidFill>
            <a:schemeClr val="accent2"/>
          </a:solidFill>
          <a:ln w="0">
            <a:noFill/>
          </a:ln>
        </p:spPr>
        <p:style>
          <a:lnRef idx="0"/>
          <a:fillRef idx="0"/>
          <a:effectRef idx="0"/>
          <a:fontRef idx="minor"/>
        </p:style>
        <p:txBody>
          <a:bodyPr tIns="91440" bIns="91440" anchor="ctr">
            <a:noAutofit/>
          </a:bodyPr>
          <a:p>
            <a:pPr algn="ctr" defTabSz="914400">
              <a:lnSpc>
                <a:spcPct val="100000"/>
              </a:lnSpc>
              <a:tabLst>
                <a:tab algn="l" pos="0"/>
              </a:tabLst>
            </a:pPr>
            <a:endParaRPr b="0" lang="en-US" sz="1800" strike="noStrike" u="none">
              <a:solidFill>
                <a:srgbClr val="000000"/>
              </a:solidFill>
              <a:effectLst/>
              <a:uFillTx/>
              <a:latin typeface="OpenSymbol"/>
            </a:endParaRPr>
          </a:p>
        </p:txBody>
      </p:sp>
      <p:sp>
        <p:nvSpPr>
          <p:cNvPr id="44" name="PlaceHolder 1"/>
          <p:cNvSpPr>
            <a:spLocks noGrp="1"/>
          </p:cNvSpPr>
          <p:nvPr>
            <p:ph type="title"/>
          </p:nvPr>
        </p:nvSpPr>
        <p:spPr>
          <a:xfrm>
            <a:off x="728640" y="539640"/>
            <a:ext cx="334728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
        <p:nvSpPr>
          <p:cNvPr id="45" name="PlaceHolder 2"/>
          <p:cNvSpPr>
            <a:spLocks noGrp="1"/>
          </p:cNvSpPr>
          <p:nvPr>
            <p:ph type="title"/>
          </p:nvPr>
        </p:nvSpPr>
        <p:spPr>
          <a:xfrm>
            <a:off x="4977720" y="539640"/>
            <a:ext cx="3458160" cy="482040"/>
          </a:xfrm>
          <a:prstGeom prst="rect">
            <a:avLst/>
          </a:prstGeom>
          <a:noFill/>
          <a:ln w="0">
            <a:noFill/>
          </a:ln>
        </p:spPr>
        <p:txBody>
          <a:bodyPr lIns="91440" rIns="91440" tIns="91440" bIns="91440" anchor="t">
            <a:noAutofit/>
          </a:bodyPr>
          <a:p>
            <a:pPr indent="0">
              <a:buNone/>
            </a:pPr>
            <a:r>
              <a:rPr b="0" lang="fr-FR" sz="2200" strike="noStrike" u="none">
                <a:solidFill>
                  <a:schemeClr val="dk1"/>
                </a:solidFill>
                <a:effectLst/>
                <a:uFillTx/>
                <a:latin typeface="Arial"/>
              </a:rPr>
              <a:t>Click to edit the title text format</a:t>
            </a:r>
            <a:endParaRPr b="0" lang="fr-FR" sz="2200" strike="noStrike" u="none">
              <a:solidFill>
                <a:schemeClr val="dk1"/>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
</Relationships>
</file>

<file path=ppt/slideMasters/_rels/slideMaster2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72" r:id="rId2"/>
    <p:sldLayoutId id="2147483673" r:id="rId3"/>
    <p:sldLayoutId id="2147483674"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jpeg"/><Relationship Id="rId2"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8.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6.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8.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8.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46" name="Google Shape;122;p28"/>
          <p:cNvCxnSpPr/>
          <p:nvPr/>
        </p:nvCxnSpPr>
        <p:spPr>
          <a:xfrm>
            <a:off x="-5040" y="4126680"/>
            <a:ext cx="9182160" cy="360"/>
          </a:xfrm>
          <a:prstGeom prst="straightConnector1">
            <a:avLst/>
          </a:prstGeom>
          <a:ln w="9525">
            <a:solidFill>
              <a:srgbClr val="2b3d2d"/>
            </a:solidFill>
            <a:round/>
          </a:ln>
        </p:spPr>
      </p:cxnSp>
      <p:pic>
        <p:nvPicPr>
          <p:cNvPr id="47" name="Google Shape;123;p28" descr=""/>
          <p:cNvPicPr/>
          <p:nvPr/>
        </p:nvPicPr>
        <p:blipFill>
          <a:blip r:embed="rId1"/>
          <a:srcRect l="13314" t="0" r="37692" b="0"/>
          <a:stretch/>
        </p:blipFill>
        <p:spPr>
          <a:xfrm>
            <a:off x="5363640" y="0"/>
            <a:ext cx="3780360" cy="5143320"/>
          </a:xfrm>
          <a:prstGeom prst="rect">
            <a:avLst/>
          </a:prstGeom>
          <a:noFill/>
          <a:ln w="0">
            <a:noFill/>
          </a:ln>
        </p:spPr>
      </p:pic>
      <p:sp>
        <p:nvSpPr>
          <p:cNvPr id="48" name="PlaceHolder 1"/>
          <p:cNvSpPr>
            <a:spLocks noGrp="1"/>
          </p:cNvSpPr>
          <p:nvPr>
            <p:ph type="title"/>
          </p:nvPr>
        </p:nvSpPr>
        <p:spPr>
          <a:xfrm>
            <a:off x="324000" y="200160"/>
            <a:ext cx="4590720" cy="3171600"/>
          </a:xfrm>
          <a:prstGeom prst="rect">
            <a:avLst/>
          </a:prstGeom>
          <a:noFill/>
          <a:ln w="0">
            <a:noFill/>
          </a:ln>
        </p:spPr>
        <p:txBody>
          <a:bodyPr lIns="91440" rIns="91440" tIns="91440" bIns="91440" anchor="t">
            <a:normAutofit/>
          </a:bodyPr>
          <a:p>
            <a:pPr indent="0">
              <a:lnSpc>
                <a:spcPct val="100000"/>
              </a:lnSpc>
              <a:buNone/>
              <a:tabLst>
                <a:tab algn="l" pos="0"/>
              </a:tabLst>
            </a:pPr>
            <a:r>
              <a:rPr b="0" lang="en-US" sz="4500" strike="noStrike" u="none">
                <a:solidFill>
                  <a:schemeClr val="dk1"/>
                </a:solidFill>
                <a:effectLst/>
                <a:uFillTx/>
                <a:latin typeface="Manrope"/>
                <a:ea typeface="Manrope"/>
              </a:rPr>
              <a:t>AI &amp; Sustainability</a:t>
            </a:r>
            <a:endParaRPr b="0" lang="fr-FR" sz="4500" strike="noStrike" u="none">
              <a:solidFill>
                <a:schemeClr val="dk1"/>
              </a:solidFill>
              <a:effectLst/>
              <a:uFillTx/>
              <a:latin typeface="Arial"/>
            </a:endParaRPr>
          </a:p>
        </p:txBody>
      </p:sp>
      <p:sp>
        <p:nvSpPr>
          <p:cNvPr id="49" name="PlaceHolder 2"/>
          <p:cNvSpPr>
            <a:spLocks noGrp="1"/>
          </p:cNvSpPr>
          <p:nvPr>
            <p:ph type="subTitle"/>
          </p:nvPr>
        </p:nvSpPr>
        <p:spPr>
          <a:xfrm>
            <a:off x="324000" y="4210200"/>
            <a:ext cx="4590720" cy="514080"/>
          </a:xfrm>
          <a:prstGeom prst="rect">
            <a:avLst/>
          </a:prstGeom>
          <a:noFill/>
          <a:ln w="0">
            <a:noFill/>
          </a:ln>
        </p:spPr>
        <p:txBody>
          <a:bodyPr lIns="91440" rIns="91440" tIns="91440" bIns="91440" anchor="t">
            <a:normAutofit/>
          </a:bodyPr>
          <a:p>
            <a:pPr indent="0">
              <a:lnSpc>
                <a:spcPct val="100000"/>
              </a:lnSpc>
              <a:buNone/>
              <a:tabLst>
                <a:tab algn="l" pos="0"/>
              </a:tabLst>
            </a:pPr>
            <a:r>
              <a:rPr b="0" lang="en-US" sz="1200" strike="noStrike" u="none">
                <a:solidFill>
                  <a:schemeClr val="dk1"/>
                </a:solidFill>
                <a:effectLst/>
                <a:uFillTx/>
                <a:latin typeface="Open Sans"/>
                <a:ea typeface="Open Sans"/>
              </a:rPr>
              <a:t>Driving positive change with technology</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50" name="Google Shape;157;p31"/>
          <p:cNvCxnSpPr/>
          <p:nvPr/>
        </p:nvCxnSpPr>
        <p:spPr>
          <a:xfrm>
            <a:off x="-5040" y="1311120"/>
            <a:ext cx="9182160" cy="360"/>
          </a:xfrm>
          <a:prstGeom prst="straightConnector1">
            <a:avLst/>
          </a:prstGeom>
          <a:ln w="9525">
            <a:solidFill>
              <a:srgbClr val="2b3d2d"/>
            </a:solidFill>
            <a:round/>
          </a:ln>
        </p:spPr>
      </p:cxnSp>
      <p:sp>
        <p:nvSpPr>
          <p:cNvPr id="51" name="PlaceHolder 1"/>
          <p:cNvSpPr>
            <a:spLocks noGrp="1"/>
          </p:cNvSpPr>
          <p:nvPr>
            <p:ph type="title"/>
          </p:nvPr>
        </p:nvSpPr>
        <p:spPr>
          <a:xfrm>
            <a:off x="324000" y="209520"/>
            <a:ext cx="4667040" cy="1028520"/>
          </a:xfrm>
          <a:prstGeom prst="rect">
            <a:avLst/>
          </a:prstGeom>
          <a:noFill/>
          <a:ln w="0">
            <a:noFill/>
          </a:ln>
        </p:spPr>
        <p:txBody>
          <a:bodyPr lIns="91440" rIns="91440" tIns="91440" bIns="91440" anchor="b">
            <a:normAutofit/>
          </a:bodyPr>
          <a:p>
            <a:pPr indent="0">
              <a:lnSpc>
                <a:spcPct val="100000"/>
              </a:lnSpc>
              <a:buNone/>
              <a:tabLst>
                <a:tab algn="l" pos="0"/>
              </a:tabLst>
            </a:pPr>
            <a:r>
              <a:rPr b="0" lang="en-US" sz="2600" strike="noStrike" u="none">
                <a:solidFill>
                  <a:schemeClr val="dk1"/>
                </a:solidFill>
                <a:effectLst/>
                <a:uFillTx/>
                <a:latin typeface="Manrope"/>
                <a:ea typeface="Manrope"/>
              </a:rPr>
              <a:t>Introduction</a:t>
            </a:r>
            <a:endParaRPr b="0" lang="fr-FR" sz="2600" strike="noStrike" u="none">
              <a:solidFill>
                <a:schemeClr val="dk1"/>
              </a:solidFill>
              <a:effectLst/>
              <a:uFillTx/>
              <a:latin typeface="Arial"/>
            </a:endParaRPr>
          </a:p>
        </p:txBody>
      </p:sp>
      <p:sp>
        <p:nvSpPr>
          <p:cNvPr id="52" name="PlaceHolder 2"/>
          <p:cNvSpPr>
            <a:spLocks noGrp="1"/>
          </p:cNvSpPr>
          <p:nvPr>
            <p:ph type="subTitle"/>
          </p:nvPr>
        </p:nvSpPr>
        <p:spPr>
          <a:xfrm>
            <a:off x="790560" y="1428840"/>
            <a:ext cx="4209840" cy="30096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Open Sans"/>
                <a:ea typeface="Open Sans"/>
              </a:rPr>
              <a:t>Artificial Intelligence (AI) is transforming sustainability efforts worldwide. It plays a critical role in analyzing complex data, improving efficiency, and enabling smarter decisions to protect the environment. This presentation explores how AI impacts sustainability and its potential to help address global challenges.</a:t>
            </a:r>
            <a:endParaRPr b="0" lang="en-US" sz="1200" strike="noStrike" u="none">
              <a:solidFill>
                <a:srgbClr val="000000"/>
              </a:solidFill>
              <a:effectLst/>
              <a:uFillTx/>
              <a:latin typeface="OpenSymbol"/>
            </a:endParaRPr>
          </a:p>
        </p:txBody>
      </p:sp>
      <p:pic>
        <p:nvPicPr>
          <p:cNvPr id="53" name="Google Shape;160;p31" descr=""/>
          <p:cNvPicPr/>
          <p:nvPr/>
        </p:nvPicPr>
        <p:blipFill>
          <a:blip r:embed="rId1"/>
          <a:srcRect l="38342" t="0" r="11026" b="0"/>
          <a:stretch/>
        </p:blipFill>
        <p:spPr>
          <a:xfrm>
            <a:off x="5230800" y="0"/>
            <a:ext cx="3912840" cy="515088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
          <p:cNvSpPr/>
          <p:nvPr/>
        </p:nvSpPr>
        <p:spPr>
          <a:xfrm>
            <a:off x="504828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55" name=""/>
          <p:cNvSpPr/>
          <p:nvPr/>
        </p:nvSpPr>
        <p:spPr>
          <a:xfrm>
            <a:off x="5048280" y="1428840"/>
            <a:ext cx="3619080" cy="142848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4000" strike="noStrike" u="none">
                <a:solidFill>
                  <a:schemeClr val="dk1"/>
                </a:solidFill>
                <a:effectLst/>
                <a:uFillTx/>
                <a:latin typeface="Manrope"/>
              </a:rPr>
              <a:t>AI Impact on Sustainability</a:t>
            </a:r>
            <a:endParaRPr b="0" lang="en-US" sz="4000" strike="noStrike" u="none">
              <a:solidFill>
                <a:srgbClr val="000000"/>
              </a:solidFill>
              <a:effectLst/>
              <a:uFillTx/>
              <a:latin typeface="OpenSymbol"/>
            </a:endParaRPr>
          </a:p>
        </p:txBody>
      </p:sp>
      <p:pic>
        <p:nvPicPr>
          <p:cNvPr id="56" name="image699433ff82016" descr="image699433ff8201b"/>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Manrope"/>
              </a:rPr>
              <a:t>Environmental Monitoring</a:t>
            </a:r>
            <a:endParaRPr b="0" lang="en-US" sz="2600" strike="noStrike" u="none">
              <a:solidFill>
                <a:srgbClr val="000000"/>
              </a:solidFill>
              <a:effectLst/>
              <a:uFillTx/>
              <a:latin typeface="OpenSymbol"/>
            </a:endParaRPr>
          </a:p>
        </p:txBody>
      </p:sp>
      <p:sp>
        <p:nvSpPr>
          <p:cNvPr id="58"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Open Sans"/>
              </a:rPr>
              <a:t>AI-powered sensors and satellite data enable continuous monitoring of ecosystems and environmental changes. This technology helps detect pollution levels, track wildlife populations, and forecast natural disasters early, leading to more effective conservation and timely response to environmental threats.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title"/>
          </p:nvPr>
        </p:nvSpPr>
        <p:spPr>
          <a:xfrm>
            <a:off x="1028880" y="1047600"/>
            <a:ext cx="7676640" cy="92340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3000" strike="noStrike" u="none">
                <a:solidFill>
                  <a:schemeClr val="dk1"/>
                </a:solidFill>
                <a:effectLst/>
                <a:uFillTx/>
                <a:latin typeface="Manrope"/>
                <a:ea typeface="Manrope"/>
              </a:rPr>
              <a:t>Resource Optimization</a:t>
            </a:r>
            <a:endParaRPr b="0" lang="fr-FR" sz="3000" strike="noStrike" u="none">
              <a:solidFill>
                <a:schemeClr val="dk1"/>
              </a:solidFill>
              <a:effectLst/>
              <a:uFillTx/>
              <a:latin typeface="Arial"/>
            </a:endParaRPr>
          </a:p>
        </p:txBody>
      </p:sp>
      <p:sp>
        <p:nvSpPr>
          <p:cNvPr id="60" name="PlaceHolder 2"/>
          <p:cNvSpPr>
            <a:spLocks noGrp="1"/>
          </p:cNvSpPr>
          <p:nvPr>
            <p:ph type="subTitle"/>
          </p:nvPr>
        </p:nvSpPr>
        <p:spPr>
          <a:xfrm>
            <a:off x="1028880" y="2295360"/>
            <a:ext cx="5143320" cy="219024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Open Sans"/>
                <a:ea typeface="Open Sans"/>
              </a:rPr>
              <a:t>AI systems optimize resource consumption by improving energy use in industries, reducing waste, and enhancing supply chain management. These innovations result in significant cost savings and a lower carbon footprint, supporting sustainable production and consumption patterns.</a:t>
            </a:r>
            <a:endParaRPr b="0" lang="en-US" sz="1200" strike="noStrike" u="none">
              <a:solidFill>
                <a:srgbClr val="000000"/>
              </a:solidFill>
              <a:effectLst/>
              <a:uFillTx/>
              <a:latin typeface="OpenSymbol"/>
            </a:endParaRPr>
          </a:p>
        </p:txBody>
      </p:sp>
      <p:cxnSp>
        <p:nvCxnSpPr>
          <p:cNvPr id="61" name="Google Shape;177;p33"/>
          <p:cNvCxnSpPr/>
          <p:nvPr/>
        </p:nvCxnSpPr>
        <p:spPr>
          <a:xfrm>
            <a:off x="-5040" y="2017440"/>
            <a:ext cx="9182160" cy="360"/>
          </a:xfrm>
          <a:prstGeom prst="straightConnector1">
            <a:avLst/>
          </a:prstGeom>
          <a:ln w="9525">
            <a:solidFill>
              <a:srgbClr val="2b3d2d"/>
            </a:solidFill>
            <a:round/>
          </a:ln>
        </p:spPr>
      </p:cxn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
          <p:cNvSpPr/>
          <p:nvPr/>
        </p:nvSpPr>
        <p:spPr>
          <a:xfrm>
            <a:off x="5048280" y="476280"/>
            <a:ext cx="3619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Manrope"/>
              </a:rPr>
              <a:t>Emission Reduction</a:t>
            </a:r>
            <a:endParaRPr b="0" lang="en-US" sz="2600" strike="noStrike" u="none">
              <a:solidFill>
                <a:srgbClr val="000000"/>
              </a:solidFill>
              <a:effectLst/>
              <a:uFillTx/>
              <a:latin typeface="OpenSymbol"/>
            </a:endParaRPr>
          </a:p>
        </p:txBody>
      </p:sp>
      <p:sp>
        <p:nvSpPr>
          <p:cNvPr id="63" name=""/>
          <p:cNvSpPr/>
          <p:nvPr/>
        </p:nvSpPr>
        <p:spPr>
          <a:xfrm>
            <a:off x="5048280" y="1905120"/>
            <a:ext cx="3619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Open Sans"/>
              </a:rPr>
              <a:t>AI technologies analyze industrial processes and transportation systems, identifying inefficiencies that contribute to greenhouse gas emissions. By optimizing routes, improving fuel efficiency, and automating energy management, AI helps significantly reduce carbon footprints. This leads to more sustainable operations and supports global efforts to meet emission reduction targets.</a:t>
            </a:r>
            <a:endParaRPr b="0" lang="en-US" sz="1200" strike="noStrike" u="none">
              <a:solidFill>
                <a:srgbClr val="000000"/>
              </a:solidFill>
              <a:effectLst/>
              <a:uFillTx/>
              <a:latin typeface="OpenSymbol"/>
            </a:endParaRPr>
          </a:p>
        </p:txBody>
      </p:sp>
      <p:pic>
        <p:nvPicPr>
          <p:cNvPr id="64" name="image699433ff93e4d" descr="image699433ff93e52"/>
          <p:cNvPicPr/>
          <p:nvPr/>
        </p:nvPicPr>
        <p:blipFill>
          <a:blip r:embed="rId1"/>
          <a:stretch/>
        </p:blipFill>
        <p:spPr>
          <a:xfrm>
            <a:off x="0" y="0"/>
            <a:ext cx="4571640" cy="514332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
          <p:cNvSpPr/>
          <p:nvPr/>
        </p:nvSpPr>
        <p:spPr>
          <a:xfrm>
            <a:off x="952560" y="476280"/>
            <a:ext cx="2285640" cy="952200"/>
          </a:xfrm>
          <a:prstGeom prst="rect">
            <a:avLst/>
          </a:prstGeom>
          <a:noFill/>
          <a:ln w="0">
            <a:noFill/>
          </a:ln>
        </p:spPr>
        <p:style>
          <a:lnRef idx="0"/>
          <a:fillRef idx="0"/>
          <a:effectRef idx="0"/>
          <a:fontRef idx="minor"/>
        </p:style>
        <p:txBody>
          <a:bodyPr anchor="t">
            <a:spAutoFit/>
          </a:bodyPr>
          <a:p>
            <a:pPr defTabSz="914400">
              <a:lnSpc>
                <a:spcPct val="100000"/>
              </a:lnSpc>
              <a:tabLst>
                <a:tab algn="l" pos="0"/>
              </a:tabLst>
            </a:pPr>
            <a:r>
              <a:rPr b="1" lang="en-US" sz="5000" strike="noStrike" u="none">
                <a:solidFill>
                  <a:schemeClr val="dk1"/>
                </a:solidFill>
                <a:effectLst/>
                <a:uFillTx/>
                <a:latin typeface="Calibri"/>
              </a:rPr>
              <a:t>01</a:t>
            </a:r>
            <a:endParaRPr b="0" lang="en-US" sz="5000" strike="noStrike" u="none">
              <a:solidFill>
                <a:srgbClr val="000000"/>
              </a:solidFill>
              <a:effectLst/>
              <a:uFillTx/>
              <a:latin typeface="OpenSymbol"/>
            </a:endParaRPr>
          </a:p>
        </p:txBody>
      </p:sp>
      <p:sp>
        <p:nvSpPr>
          <p:cNvPr id="66" name=""/>
          <p:cNvSpPr/>
          <p:nvPr/>
        </p:nvSpPr>
        <p:spPr>
          <a:xfrm>
            <a:off x="952560" y="1428840"/>
            <a:ext cx="4571640" cy="1428480"/>
          </a:xfrm>
          <a:prstGeom prst="rect">
            <a:avLst/>
          </a:prstGeom>
          <a:noFill/>
          <a:ln w="0">
            <a:noFill/>
          </a:ln>
        </p:spPr>
        <p:style>
          <a:lnRef idx="0"/>
          <a:fillRef idx="0"/>
          <a:effectRef idx="0"/>
          <a:fontRef idx="minor"/>
        </p:style>
        <p:txBody>
          <a:bodyPr anchor="t">
            <a:normAutofit fontScale="92500" lnSpcReduction="9999"/>
          </a:bodyPr>
          <a:p>
            <a:pPr defTabSz="914400">
              <a:lnSpc>
                <a:spcPct val="100000"/>
              </a:lnSpc>
              <a:tabLst>
                <a:tab algn="l" pos="0"/>
              </a:tabLst>
            </a:pPr>
            <a:r>
              <a:rPr b="0" lang="en-US" sz="4000" strike="noStrike" u="none">
                <a:solidFill>
                  <a:schemeClr val="dk1"/>
                </a:solidFill>
                <a:effectLst/>
                <a:uFillTx/>
                <a:latin typeface="Manrope"/>
              </a:rPr>
              <a:t>AI for Global Sustainability Solutions</a:t>
            </a:r>
            <a:endParaRPr b="0" lang="en-US" sz="40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cxnSp>
        <p:nvCxnSpPr>
          <p:cNvPr id="67" name="Google Shape;157;p31"/>
          <p:cNvCxnSpPr/>
          <p:nvPr/>
        </p:nvCxnSpPr>
        <p:spPr>
          <a:xfrm>
            <a:off x="-5040" y="1311120"/>
            <a:ext cx="9182160" cy="360"/>
          </a:xfrm>
          <a:prstGeom prst="straightConnector1">
            <a:avLst/>
          </a:prstGeom>
          <a:ln w="9525">
            <a:solidFill>
              <a:srgbClr val="2b3d2d"/>
            </a:solidFill>
            <a:round/>
          </a:ln>
        </p:spPr>
      </p:cxnSp>
      <p:sp>
        <p:nvSpPr>
          <p:cNvPr id="68" name="PlaceHolder 1"/>
          <p:cNvSpPr>
            <a:spLocks noGrp="1"/>
          </p:cNvSpPr>
          <p:nvPr>
            <p:ph type="title"/>
          </p:nvPr>
        </p:nvSpPr>
        <p:spPr>
          <a:xfrm>
            <a:off x="324000" y="209520"/>
            <a:ext cx="4667040" cy="1028520"/>
          </a:xfrm>
          <a:prstGeom prst="rect">
            <a:avLst/>
          </a:prstGeom>
          <a:noFill/>
          <a:ln w="0">
            <a:noFill/>
          </a:ln>
        </p:spPr>
        <p:txBody>
          <a:bodyPr lIns="91440" rIns="91440" tIns="91440" bIns="91440" anchor="b">
            <a:normAutofit/>
          </a:bodyPr>
          <a:p>
            <a:pPr indent="0">
              <a:lnSpc>
                <a:spcPct val="100000"/>
              </a:lnSpc>
              <a:buNone/>
              <a:tabLst>
                <a:tab algn="l" pos="0"/>
              </a:tabLst>
            </a:pPr>
            <a:r>
              <a:rPr b="0" lang="en-US" sz="2600" strike="noStrike" u="none">
                <a:solidFill>
                  <a:schemeClr val="dk1"/>
                </a:solidFill>
                <a:effectLst/>
                <a:uFillTx/>
                <a:latin typeface="Manrope"/>
                <a:ea typeface="Manrope"/>
              </a:rPr>
              <a:t>Climate Change Mitigation</a:t>
            </a:r>
            <a:endParaRPr b="0" lang="fr-FR" sz="2600" strike="noStrike" u="none">
              <a:solidFill>
                <a:schemeClr val="dk1"/>
              </a:solidFill>
              <a:effectLst/>
              <a:uFillTx/>
              <a:latin typeface="Arial"/>
            </a:endParaRPr>
          </a:p>
        </p:txBody>
      </p:sp>
      <p:sp>
        <p:nvSpPr>
          <p:cNvPr id="69" name="PlaceHolder 2"/>
          <p:cNvSpPr>
            <a:spLocks noGrp="1"/>
          </p:cNvSpPr>
          <p:nvPr>
            <p:ph type="subTitle"/>
          </p:nvPr>
        </p:nvSpPr>
        <p:spPr>
          <a:xfrm>
            <a:off x="790560" y="1428840"/>
            <a:ext cx="4209840" cy="300960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Open Sans"/>
                <a:ea typeface="Open Sans"/>
              </a:rPr>
              <a:t>AI enhances </a:t>
            </a:r>
            <a:r>
              <a:rPr b="1" lang="en-US" sz="1200" strike="noStrike" u="none">
                <a:solidFill>
                  <a:schemeClr val="dk1"/>
                </a:solidFill>
                <a:effectLst/>
                <a:uFillTx/>
                <a:latin typeface="Open Sans"/>
                <a:ea typeface="Open Sans"/>
              </a:rPr>
              <a:t>climate modeling</a:t>
            </a:r>
            <a:r>
              <a:rPr b="0" lang="en-US" sz="1200" strike="noStrike" u="none">
                <a:solidFill>
                  <a:schemeClr val="dk1"/>
                </a:solidFill>
                <a:effectLst/>
                <a:uFillTx/>
                <a:latin typeface="Open Sans"/>
                <a:ea typeface="Open Sans"/>
              </a:rPr>
              <a:t> and prediction, providing detailed insights into future scenarios. This information supports policymakers and organizations in crafting effective strategies to mitigate climate change impacts.</a:t>
            </a:r>
            <a:endParaRPr b="0" lang="en-US" sz="1200" strike="noStrike" u="none">
              <a:solidFill>
                <a:srgbClr val="000000"/>
              </a:solidFill>
              <a:effectLst/>
              <a:uFillTx/>
              <a:latin typeface="OpenSymbol"/>
            </a:endParaRPr>
          </a:p>
        </p:txBody>
      </p:sp>
      <p:pic>
        <p:nvPicPr>
          <p:cNvPr id="70" name="Google Shape;160;p31" descr=""/>
          <p:cNvPicPr/>
          <p:nvPr/>
        </p:nvPicPr>
        <p:blipFill>
          <a:blip r:embed="rId1"/>
          <a:srcRect l="38342" t="0" r="11026" b="0"/>
          <a:stretch/>
        </p:blipFill>
        <p:spPr>
          <a:xfrm>
            <a:off x="5230800" y="0"/>
            <a:ext cx="3912840" cy="51508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 name=""/>
          <p:cNvSpPr/>
          <p:nvPr/>
        </p:nvSpPr>
        <p:spPr>
          <a:xfrm>
            <a:off x="476280" y="476280"/>
            <a:ext cx="8191080" cy="952200"/>
          </a:xfrm>
          <a:prstGeom prst="rect">
            <a:avLst/>
          </a:prstGeom>
          <a:noFill/>
          <a:ln w="0">
            <a:noFill/>
          </a:ln>
        </p:spPr>
        <p:style>
          <a:lnRef idx="0"/>
          <a:fillRef idx="0"/>
          <a:effectRef idx="0"/>
          <a:fontRef idx="minor"/>
        </p:style>
        <p:txBody>
          <a:bodyPr anchor="t">
            <a:normAutofit/>
          </a:bodyPr>
          <a:p>
            <a:pPr defTabSz="914400">
              <a:lnSpc>
                <a:spcPct val="100000"/>
              </a:lnSpc>
              <a:tabLst>
                <a:tab algn="l" pos="0"/>
              </a:tabLst>
            </a:pPr>
            <a:r>
              <a:rPr b="0" lang="en-US" sz="2600" strike="noStrike" u="none">
                <a:solidFill>
                  <a:schemeClr val="dk1"/>
                </a:solidFill>
                <a:effectLst/>
                <a:uFillTx/>
                <a:latin typeface="Manrope"/>
              </a:rPr>
              <a:t>Renewable Energy Enhancement</a:t>
            </a:r>
            <a:endParaRPr b="0" lang="en-US" sz="2600" strike="noStrike" u="none">
              <a:solidFill>
                <a:srgbClr val="000000"/>
              </a:solidFill>
              <a:effectLst/>
              <a:uFillTx/>
              <a:latin typeface="OpenSymbol"/>
            </a:endParaRPr>
          </a:p>
        </p:txBody>
      </p:sp>
      <p:sp>
        <p:nvSpPr>
          <p:cNvPr id="72" name=""/>
          <p:cNvSpPr/>
          <p:nvPr/>
        </p:nvSpPr>
        <p:spPr>
          <a:xfrm>
            <a:off x="476280" y="1905120"/>
            <a:ext cx="8191080" cy="2761920"/>
          </a:xfrm>
          <a:prstGeom prst="rect">
            <a:avLst/>
          </a:prstGeom>
          <a:noFill/>
          <a:ln w="0">
            <a:noFill/>
          </a:ln>
        </p:spPr>
        <p:style>
          <a:lnRef idx="0"/>
          <a:fillRef idx="0"/>
          <a:effectRef idx="0"/>
          <a:fontRef idx="minor"/>
        </p:style>
        <p:txBody>
          <a:bodyPr anchor="t">
            <a:normAutofit/>
          </a:bodyPr>
          <a:p>
            <a:pPr defTabSz="914400">
              <a:lnSpc>
                <a:spcPct val="150000"/>
              </a:lnSpc>
              <a:tabLst>
                <a:tab algn="l" pos="0"/>
              </a:tabLst>
            </a:pPr>
            <a:r>
              <a:rPr b="0" lang="en-US" sz="1200" strike="noStrike" u="none">
                <a:solidFill>
                  <a:schemeClr val="dk1"/>
                </a:solidFill>
                <a:effectLst/>
                <a:uFillTx/>
                <a:latin typeface="Open Sans"/>
              </a:rPr>
              <a:t>AI optimizes renewable energy generation by predicting supply and demand patterns and managing grid operations. It improves the efficiency of solar panels, wind turbines, and energy storage systems, ensuring maximum output and stability. These advancements facilitate a smoother transition to clean energy sources.</a:t>
            </a:r>
            <a:endParaRPr b="0" lang="en-US" sz="1200" strike="noStrike" u="none">
              <a:solidFill>
                <a:srgbClr val="000000"/>
              </a:solidFill>
              <a:effectLst/>
              <a:uFillTx/>
              <a:latin typeface="OpenSymbo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028880" y="1047600"/>
            <a:ext cx="7676640" cy="92340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3000" strike="noStrike" u="none">
                <a:solidFill>
                  <a:schemeClr val="dk1"/>
                </a:solidFill>
                <a:effectLst/>
                <a:uFillTx/>
                <a:latin typeface="Manrope"/>
                <a:ea typeface="Manrope"/>
              </a:rPr>
              <a:t>Smart Agriculture Practices</a:t>
            </a:r>
            <a:endParaRPr b="0" lang="fr-FR" sz="3000" strike="noStrike" u="none">
              <a:solidFill>
                <a:schemeClr val="dk1"/>
              </a:solidFill>
              <a:effectLst/>
              <a:uFillTx/>
              <a:latin typeface="Arial"/>
            </a:endParaRPr>
          </a:p>
        </p:txBody>
      </p:sp>
      <p:sp>
        <p:nvSpPr>
          <p:cNvPr id="74" name="PlaceHolder 2"/>
          <p:cNvSpPr>
            <a:spLocks noGrp="1"/>
          </p:cNvSpPr>
          <p:nvPr>
            <p:ph type="subTitle"/>
          </p:nvPr>
        </p:nvSpPr>
        <p:spPr>
          <a:xfrm>
            <a:off x="1028880" y="2295360"/>
            <a:ext cx="5143320" cy="219024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Open Sans"/>
                <a:ea typeface="Open Sans"/>
              </a:rPr>
              <a:t>AI-powered tools enable precision farming techniques that optimize water usage, pesticide application, and crop yield. By analyzing soil health, weather conditions, and plant growth, AI helps farmers make data-driven decisions. This reduces environmental impact, conserves resources, and supports sustainable food production.</a:t>
            </a:r>
            <a:endParaRPr b="0" lang="en-US" sz="1200" strike="noStrike" u="none">
              <a:solidFill>
                <a:srgbClr val="000000"/>
              </a:solidFill>
              <a:effectLst/>
              <a:uFillTx/>
              <a:latin typeface="OpenSymbol"/>
            </a:endParaRPr>
          </a:p>
        </p:txBody>
      </p:sp>
      <p:cxnSp>
        <p:nvCxnSpPr>
          <p:cNvPr id="75" name="Google Shape;177;p33"/>
          <p:cNvCxnSpPr/>
          <p:nvPr/>
        </p:nvCxnSpPr>
        <p:spPr>
          <a:xfrm>
            <a:off x="-5040" y="2017440"/>
            <a:ext cx="9182160" cy="360"/>
          </a:xfrm>
          <a:prstGeom prst="straightConnector1">
            <a:avLst/>
          </a:prstGeom>
          <a:ln w="9525">
            <a:solidFill>
              <a:srgbClr val="2b3d2d"/>
            </a:solidFill>
            <a:round/>
          </a:ln>
        </p:spPr>
      </p:cxn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1028880" y="1047600"/>
            <a:ext cx="7676640" cy="923400"/>
          </a:xfrm>
          <a:prstGeom prst="rect">
            <a:avLst/>
          </a:prstGeom>
          <a:noFill/>
          <a:ln w="0">
            <a:noFill/>
          </a:ln>
        </p:spPr>
        <p:txBody>
          <a:bodyPr lIns="91440" rIns="91440" tIns="91440" bIns="91440" anchor="b">
            <a:normAutofit/>
          </a:bodyPr>
          <a:p>
            <a:pPr indent="0" algn="r">
              <a:lnSpc>
                <a:spcPct val="100000"/>
              </a:lnSpc>
              <a:buNone/>
              <a:tabLst>
                <a:tab algn="l" pos="0"/>
              </a:tabLst>
            </a:pPr>
            <a:r>
              <a:rPr b="0" lang="en-US" sz="3000" strike="noStrike" u="none">
                <a:solidFill>
                  <a:schemeClr val="dk1"/>
                </a:solidFill>
                <a:effectLst/>
                <a:uFillTx/>
                <a:latin typeface="Manrope"/>
                <a:ea typeface="Manrope"/>
              </a:rPr>
              <a:t>Conclusions</a:t>
            </a:r>
            <a:endParaRPr b="0" lang="fr-FR" sz="3000" strike="noStrike" u="none">
              <a:solidFill>
                <a:schemeClr val="dk1"/>
              </a:solidFill>
              <a:effectLst/>
              <a:uFillTx/>
              <a:latin typeface="Arial"/>
            </a:endParaRPr>
          </a:p>
        </p:txBody>
      </p:sp>
      <p:sp>
        <p:nvSpPr>
          <p:cNvPr id="77" name="PlaceHolder 2"/>
          <p:cNvSpPr>
            <a:spLocks noGrp="1"/>
          </p:cNvSpPr>
          <p:nvPr>
            <p:ph type="subTitle"/>
          </p:nvPr>
        </p:nvSpPr>
        <p:spPr>
          <a:xfrm>
            <a:off x="1028880" y="2295360"/>
            <a:ext cx="5143320" cy="2190240"/>
          </a:xfrm>
          <a:prstGeom prst="rect">
            <a:avLst/>
          </a:prstGeom>
          <a:noFill/>
          <a:ln w="0">
            <a:noFill/>
          </a:ln>
        </p:spPr>
        <p:txBody>
          <a:bodyPr lIns="91440" rIns="91440" tIns="91440" bIns="91440" anchor="t">
            <a:normAutofit/>
          </a:bodyPr>
          <a:p>
            <a:pPr indent="0">
              <a:lnSpc>
                <a:spcPct val="150000"/>
              </a:lnSpc>
              <a:buNone/>
              <a:tabLst>
                <a:tab algn="l" pos="0"/>
              </a:tabLst>
            </a:pPr>
            <a:r>
              <a:rPr b="0" lang="en-US" sz="1200" strike="noStrike" u="none">
                <a:solidFill>
                  <a:schemeClr val="dk1"/>
                </a:solidFill>
                <a:effectLst/>
                <a:uFillTx/>
                <a:latin typeface="Open Sans"/>
                <a:ea typeface="Open Sans"/>
              </a:rPr>
              <a:t>AI is a powerful enabler of sustainability, driving significant improvements in environmental monitoring, resource management, and renewable energy. Its application across sectors helps combat climate change, enhance agricultural productivity, and reduce emissions. Leveraging AI responsibly is essential for achieving a sustainable future and addressing global environmental challenges.</a:t>
            </a:r>
            <a:endParaRPr b="0" lang="en-US" sz="1200" strike="noStrike" u="none">
              <a:solidFill>
                <a:srgbClr val="000000"/>
              </a:solidFill>
              <a:effectLst/>
              <a:uFillTx/>
              <a:latin typeface="OpenSymbol"/>
            </a:endParaRPr>
          </a:p>
        </p:txBody>
      </p:sp>
      <p:cxnSp>
        <p:nvCxnSpPr>
          <p:cNvPr id="78" name="Google Shape;177;p33"/>
          <p:cNvCxnSpPr/>
          <p:nvPr/>
        </p:nvCxnSpPr>
        <p:spPr>
          <a:xfrm>
            <a:off x="-5040" y="2017440"/>
            <a:ext cx="9182160" cy="360"/>
          </a:xfrm>
          <a:prstGeom prst="straightConnector1">
            <a:avLst/>
          </a:prstGeom>
          <a:ln w="9525">
            <a:solidFill>
              <a:srgbClr val="2b3d2d"/>
            </a:solidFill>
            <a:round/>
          </a:ln>
        </p:spPr>
      </p:cxn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title"/>
          </p:nvPr>
        </p:nvSpPr>
        <p:spPr>
          <a:xfrm>
            <a:off x="324000" y="227880"/>
            <a:ext cx="5543280" cy="1067040"/>
          </a:xfrm>
          <a:prstGeom prst="rect">
            <a:avLst/>
          </a:prstGeom>
          <a:noFill/>
          <a:ln w="0">
            <a:noFill/>
          </a:ln>
        </p:spPr>
        <p:txBody>
          <a:bodyPr lIns="91440" rIns="91440" tIns="91440" bIns="91440" anchor="b">
            <a:spAutoFit/>
          </a:bodyPr>
          <a:p>
            <a:pPr indent="0">
              <a:lnSpc>
                <a:spcPct val="100000"/>
              </a:lnSpc>
              <a:buNone/>
              <a:tabLst>
                <a:tab algn="l" pos="0"/>
              </a:tabLst>
            </a:pPr>
            <a:r>
              <a:rPr b="0" lang="en" sz="5800" strike="noStrike" u="none">
                <a:solidFill>
                  <a:schemeClr val="lt1"/>
                </a:solidFill>
                <a:effectLst/>
                <a:uFillTx/>
                <a:latin typeface="Manrope"/>
                <a:ea typeface="Manrope"/>
              </a:rPr>
              <a:t>THANK YOU</a:t>
            </a:r>
            <a:endParaRPr b="0" lang="fr-FR" sz="5800" strike="noStrike" u="none">
              <a:solidFill>
                <a:schemeClr val="dk1"/>
              </a:solidFill>
              <a:effectLst/>
              <a:uFillTx/>
              <a:latin typeface="Arial"/>
            </a:endParaRPr>
          </a:p>
        </p:txBody>
      </p:sp>
      <p:sp>
        <p:nvSpPr>
          <p:cNvPr id="80" name="PlaceHolder 2"/>
          <p:cNvSpPr>
            <a:spLocks noGrp="1"/>
          </p:cNvSpPr>
          <p:nvPr>
            <p:ph type="subTitle"/>
          </p:nvPr>
        </p:nvSpPr>
        <p:spPr>
          <a:xfrm>
            <a:off x="4000680" y="2038320"/>
            <a:ext cx="4447800" cy="1057320"/>
          </a:xfrm>
          <a:prstGeom prst="rect">
            <a:avLst/>
          </a:prstGeom>
          <a:noFill/>
          <a:ln w="0">
            <a:noFill/>
          </a:ln>
        </p:spPr>
        <p:txBody>
          <a:bodyPr lIns="91440" rIns="91440" tIns="91440" bIns="91440" anchor="t">
            <a:spAutoFit/>
          </a:bodyPr>
          <a:p>
            <a:pPr indent="0" algn="r">
              <a:lnSpc>
                <a:spcPct val="100000"/>
              </a:lnSpc>
              <a:buNone/>
              <a:tabLst>
                <a:tab algn="l" pos="0"/>
              </a:tabLst>
            </a:pPr>
            <a:r>
              <a:rPr b="1" lang="en" sz="1200" strike="noStrike" u="none">
                <a:solidFill>
                  <a:schemeClr val="lt1"/>
                </a:solidFill>
                <a:effectLst/>
                <a:uFillTx/>
                <a:latin typeface="Open Sans"/>
                <a:ea typeface="Open Sans"/>
              </a:rPr>
              <a:t>Do you have any questions?</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youremail@freepik.com</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+34 654 321 432</a:t>
            </a:r>
            <a:endParaRPr b="0" lang="en-US" sz="1200" strike="noStrike" u="none">
              <a:solidFill>
                <a:srgbClr val="ffffff"/>
              </a:solidFill>
              <a:effectLst/>
              <a:uFillTx/>
              <a:latin typeface="OpenSymbol"/>
            </a:endParaRPr>
          </a:p>
          <a:p>
            <a:pPr indent="0" algn="r">
              <a:lnSpc>
                <a:spcPct val="100000"/>
              </a:lnSpc>
              <a:buNone/>
              <a:tabLst>
                <a:tab algn="l" pos="0"/>
              </a:tabLst>
            </a:pPr>
            <a:r>
              <a:rPr b="0" lang="en" sz="1200" strike="noStrike" u="none">
                <a:solidFill>
                  <a:schemeClr val="lt1"/>
                </a:solidFill>
                <a:effectLst/>
                <a:uFillTx/>
                <a:latin typeface="Open Sans"/>
                <a:ea typeface="Open Sans"/>
              </a:rPr>
              <a:t>yourwebsite.com</a:t>
            </a:r>
            <a:endParaRPr b="0" lang="en-US" sz="1200" strike="noStrike" u="none">
              <a:solidFill>
                <a:srgbClr val="ffffff"/>
              </a:solidFill>
              <a:effectLst/>
              <a:uFillTx/>
              <a:latin typeface="OpenSymbol"/>
            </a:endParaRPr>
          </a:p>
        </p:txBody>
      </p:sp>
      <p:sp>
        <p:nvSpPr>
          <p:cNvPr id="81" name="Google Shape;310;p41"/>
          <p:cNvSpPr/>
          <p:nvPr/>
        </p:nvSpPr>
        <p:spPr>
          <a:xfrm>
            <a:off x="6648480" y="79056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82" name="Google Shape;311;p41"/>
          <p:cNvSpPr/>
          <p:nvPr/>
        </p:nvSpPr>
        <p:spPr>
          <a:xfrm>
            <a:off x="7286760" y="79056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sp>
        <p:nvSpPr>
          <p:cNvPr id="83" name="Google Shape;312;p41"/>
          <p:cNvSpPr/>
          <p:nvPr/>
        </p:nvSpPr>
        <p:spPr>
          <a:xfrm>
            <a:off x="8010360" y="790560"/>
            <a:ext cx="437760" cy="437760"/>
          </a:xfrm>
          <a:prstGeom prst="rect">
            <a:avLst/>
          </a:prstGeom>
          <a:noFill/>
          <a:ln w="0">
            <a:noFill/>
          </a:ln>
        </p:spPr>
        <p:style>
          <a:lnRef idx="0"/>
          <a:fillRef idx="0"/>
          <a:effectRef idx="0"/>
          <a:fontRef idx="minor"/>
        </p:style>
        <p:txBody>
          <a:bodyPr lIns="870823080" rIns="870823080" tIns="218880" bIns="218880" anchor="t">
            <a:spAutoFit/>
          </a:bodyPr>
          <a:p>
            <a:pPr defTabSz="914400">
              <a:lnSpc>
                <a:spcPct val="100000"/>
              </a:lnSpc>
              <a:tabLst>
                <a:tab algn="l" pos="0"/>
              </a:tabLst>
            </a:pPr>
            <a:endParaRPr b="0" lang="fr-FR" sz="1800" strike="noStrike" u="none">
              <a:solidFill>
                <a:schemeClr val="dk1"/>
              </a:solidFill>
              <a:effectLst/>
              <a:uFillTx/>
              <a:latin typeface="Arial"/>
            </a:endParaRPr>
          </a:p>
        </p:txBody>
      </p:sp>
      <p:grpSp>
        <p:nvGrpSpPr>
          <p:cNvPr id="84" name="Google Shape;313;p41"/>
          <p:cNvGrpSpPr/>
          <p:nvPr/>
        </p:nvGrpSpPr>
        <p:grpSpPr>
          <a:xfrm>
            <a:off x="6734880" y="870840"/>
            <a:ext cx="275760" cy="275760"/>
            <a:chOff x="6734880" y="870840"/>
            <a:chExt cx="275760" cy="275760"/>
          </a:xfrm>
        </p:grpSpPr>
        <p:sp>
          <p:nvSpPr>
            <p:cNvPr id="85" name="Google Shape;314;p41"/>
            <p:cNvSpPr/>
            <p:nvPr/>
          </p:nvSpPr>
          <p:spPr>
            <a:xfrm>
              <a:off x="6734880" y="870840"/>
              <a:ext cx="275760" cy="275760"/>
            </a:xfrm>
            <a:custGeom>
              <a:avLst/>
              <a:gdLst>
                <a:gd name="textAreaLeft" fmla="*/ 0 w 275760"/>
                <a:gd name="textAreaRight" fmla="*/ 276120 w 275760"/>
                <a:gd name="textAreaTop" fmla="*/ 0 h 275760"/>
                <a:gd name="textAreaBottom" fmla="*/ 276120 h 275760"/>
              </a:gdLst>
              <a:ahLst/>
              <a:cxnLst/>
              <a:rect l="textAreaLeft" t="textAreaTop" r="textAreaRight" b="textAreaBottom"/>
              <a:pathLst>
                <a:path w="6764" h="6764">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6" name="Google Shape;315;p41"/>
            <p:cNvSpPr/>
            <p:nvPr/>
          </p:nvSpPr>
          <p:spPr>
            <a:xfrm>
              <a:off x="6799320" y="936360"/>
              <a:ext cx="146880" cy="144000"/>
            </a:xfrm>
            <a:custGeom>
              <a:avLst/>
              <a:gdLst>
                <a:gd name="textAreaLeft" fmla="*/ 0 w 146880"/>
                <a:gd name="textAreaRight" fmla="*/ 147240 w 146880"/>
                <a:gd name="textAreaTop" fmla="*/ 0 h 144000"/>
                <a:gd name="textAreaBottom" fmla="*/ 144360 h 144000"/>
              </a:gdLst>
              <a:ahLst/>
              <a:cxnLst/>
              <a:rect l="textAreaLeft" t="textAreaTop" r="textAreaRight" b="textAreaBottom"/>
              <a:pathLst>
                <a:path w="3607" h="3542">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chemeClr val="lt1"/>
            </a:solidFill>
            <a:ln w="0">
              <a:noFill/>
            </a:ln>
          </p:spPr>
          <p:style>
            <a:lnRef idx="0"/>
            <a:fillRef idx="0"/>
            <a:effectRef idx="0"/>
            <a:fontRef idx="minor"/>
          </p:style>
          <p:txBody>
            <a:bodyPr tIns="72000" bIns="7200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87" name="Google Shape;316;p41"/>
            <p:cNvSpPr/>
            <p:nvPr/>
          </p:nvSpPr>
          <p:spPr>
            <a:xfrm>
              <a:off x="6928920" y="906120"/>
              <a:ext cx="37440" cy="37080"/>
            </a:xfrm>
            <a:custGeom>
              <a:avLst/>
              <a:gdLst>
                <a:gd name="textAreaLeft" fmla="*/ 0 w 37440"/>
                <a:gd name="textAreaRight" fmla="*/ 37800 w 37440"/>
                <a:gd name="textAreaTop" fmla="*/ 0 h 37080"/>
                <a:gd name="textAreaBottom" fmla="*/ 37440 h 37080"/>
              </a:gdLst>
              <a:ahLst/>
              <a:cxnLst/>
              <a:rect l="textAreaLeft" t="textAreaTop" r="textAreaRight" b="textAreaBottom"/>
              <a:pathLst>
                <a:path w="929" h="918">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chemeClr val="lt1"/>
            </a:solidFill>
            <a:ln w="0">
              <a:noFill/>
            </a:ln>
          </p:spPr>
          <p:style>
            <a:lnRef idx="0"/>
            <a:fillRef idx="0"/>
            <a:effectRef idx="0"/>
            <a:fontRef idx="minor"/>
          </p:style>
          <p:txBody>
            <a:bodyPr tIns="18720" bIns="1872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grpSp>
        <p:nvGrpSpPr>
          <p:cNvPr id="88" name="Google Shape;317;p41"/>
          <p:cNvGrpSpPr/>
          <p:nvPr/>
        </p:nvGrpSpPr>
        <p:grpSpPr>
          <a:xfrm>
            <a:off x="7376760" y="889560"/>
            <a:ext cx="266040" cy="237960"/>
            <a:chOff x="7376760" y="889560"/>
            <a:chExt cx="266040" cy="237960"/>
          </a:xfrm>
        </p:grpSpPr>
        <p:sp>
          <p:nvSpPr>
            <p:cNvPr id="89" name="Google Shape;318;p41"/>
            <p:cNvSpPr/>
            <p:nvPr/>
          </p:nvSpPr>
          <p:spPr>
            <a:xfrm>
              <a:off x="7385760" y="973440"/>
              <a:ext cx="60840" cy="154080"/>
            </a:xfrm>
            <a:custGeom>
              <a:avLst/>
              <a:gdLst>
                <a:gd name="textAreaLeft" fmla="*/ 0 w 60840"/>
                <a:gd name="textAreaRight" fmla="*/ 61200 w 60840"/>
                <a:gd name="textAreaTop" fmla="*/ 0 h 154080"/>
                <a:gd name="textAreaBottom" fmla="*/ 154440 h 154080"/>
              </a:gdLst>
              <a:ahLst/>
              <a:cxnLst/>
              <a:rect l="textAreaLeft" t="textAreaTop" r="textAreaRight" b="textAreaBottom"/>
              <a:pathLst>
                <a:path w="1502" h="3787">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0" name="Google Shape;319;p41"/>
            <p:cNvSpPr/>
            <p:nvPr/>
          </p:nvSpPr>
          <p:spPr>
            <a:xfrm>
              <a:off x="7376760" y="889560"/>
              <a:ext cx="70200" cy="70200"/>
            </a:xfrm>
            <a:custGeom>
              <a:avLst/>
              <a:gdLst>
                <a:gd name="textAreaLeft" fmla="*/ 0 w 70200"/>
                <a:gd name="textAreaRight" fmla="*/ 70560 w 70200"/>
                <a:gd name="textAreaTop" fmla="*/ 0 h 70200"/>
                <a:gd name="textAreaBottom" fmla="*/ 70560 h 70200"/>
              </a:gdLst>
              <a:ahLst/>
              <a:cxnLst/>
              <a:rect l="textAreaLeft" t="textAreaTop" r="textAreaRight" b="textAreaBottom"/>
              <a:pathLst>
                <a:path w="1728" h="1728">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chemeClr val="lt1"/>
            </a:solidFill>
            <a:ln w="0">
              <a:noFill/>
            </a:ln>
          </p:spPr>
          <p:style>
            <a:lnRef idx="0"/>
            <a:fillRef idx="0"/>
            <a:effectRef idx="0"/>
            <a:fontRef idx="minor"/>
          </p:style>
          <p:txBody>
            <a:bodyPr tIns="35280" bIns="3528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1" name="Google Shape;320;p41"/>
            <p:cNvSpPr/>
            <p:nvPr/>
          </p:nvSpPr>
          <p:spPr>
            <a:xfrm>
              <a:off x="7479000" y="973440"/>
              <a:ext cx="163800" cy="154080"/>
            </a:xfrm>
            <a:custGeom>
              <a:avLst/>
              <a:gdLst>
                <a:gd name="textAreaLeft" fmla="*/ 0 w 163800"/>
                <a:gd name="textAreaRight" fmla="*/ 164160 w 163800"/>
                <a:gd name="textAreaTop" fmla="*/ 0 h 154080"/>
                <a:gd name="textAreaBottom" fmla="*/ 154440 h 154080"/>
              </a:gdLst>
              <a:ahLst/>
              <a:cxnLst/>
              <a:rect l="textAreaLeft" t="textAreaTop" r="textAreaRight" b="textAreaBottom"/>
              <a:pathLst>
                <a:path w="4026" h="3787">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chemeClr val="lt1"/>
            </a:solidFill>
            <a:ln w="0">
              <a:noFill/>
            </a:ln>
          </p:spPr>
          <p:style>
            <a:lnRef idx="0"/>
            <a:fillRef idx="0"/>
            <a:effectRef idx="0"/>
            <a:fontRef idx="minor"/>
          </p:style>
          <p:txBody>
            <a:bodyPr tIns="77040" bIns="770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grpSp>
      <p:sp>
        <p:nvSpPr>
          <p:cNvPr id="92" name="Google Shape;321;p41"/>
          <p:cNvSpPr/>
          <p:nvPr/>
        </p:nvSpPr>
        <p:spPr>
          <a:xfrm>
            <a:off x="8090280" y="889560"/>
            <a:ext cx="291240" cy="237600"/>
          </a:xfrm>
          <a:custGeom>
            <a:avLst/>
            <a:gdLst>
              <a:gd name="textAreaLeft" fmla="*/ 0 w 291240"/>
              <a:gd name="textAreaRight" fmla="*/ 291600 w 291240"/>
              <a:gd name="textAreaTop" fmla="*/ 0 h 237600"/>
              <a:gd name="textAreaBottom" fmla="*/ 237960 h 237600"/>
            </a:gdLst>
            <a:ahLst/>
            <a:cxnLst/>
            <a:rect l="textAreaLeft" t="textAreaTop" r="textAreaRight" b="textAreaBottom"/>
            <a:pathLst>
              <a:path w="7144" h="5835">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chemeClr val="lt1"/>
          </a:solidFill>
          <a:ln w="0">
            <a:noFill/>
          </a:ln>
        </p:spPr>
        <p:style>
          <a:lnRef idx="0"/>
          <a:fillRef idx="0"/>
          <a:effectRef idx="0"/>
          <a:fontRef idx="minor"/>
        </p:style>
        <p:txBody>
          <a:bodyPr tIns="91440" bIns="91440" anchor="ctr">
            <a:noAutofit/>
          </a:bodyPr>
          <a:p>
            <a:pPr defTabSz="914400">
              <a:lnSpc>
                <a:spcPct val="100000"/>
              </a:lnSpc>
              <a:tabLst>
                <a:tab algn="l" pos="0"/>
              </a:tabLst>
            </a:pPr>
            <a:endParaRPr b="0" lang="en-US" sz="1800" strike="noStrike" u="none">
              <a:solidFill>
                <a:srgbClr val="000000"/>
              </a:solidFill>
              <a:effectLst/>
              <a:uFillTx/>
              <a:latin typeface="OpenSymbol"/>
            </a:endParaRPr>
          </a:p>
        </p:txBody>
      </p:sp>
      <p:sp>
        <p:nvSpPr>
          <p:cNvPr id="93" name="Google Shape;322;p41"/>
          <p:cNvSpPr/>
          <p:nvPr/>
        </p:nvSpPr>
        <p:spPr>
          <a:xfrm>
            <a:off x="4295880" y="4362480"/>
            <a:ext cx="4152600" cy="256680"/>
          </a:xfrm>
          <a:prstGeom prst="rect">
            <a:avLst/>
          </a:prstGeom>
          <a:noFill/>
          <a:ln w="0">
            <a:noFill/>
          </a:ln>
        </p:spPr>
        <p:style>
          <a:lnRef idx="0"/>
          <a:fillRef idx="0"/>
          <a:effectRef idx="0"/>
          <a:fontRef idx="minor"/>
        </p:style>
        <p:txBody>
          <a:bodyPr lIns="870823080" rIns="870823080" tIns="-2643480" bIns="-2643480" anchor="t">
            <a:spAutoFit/>
          </a:bodyPr>
          <a:p>
            <a:pPr algn="r" defTabSz="914400">
              <a:lnSpc>
                <a:spcPct val="100000"/>
              </a:lnSpc>
              <a:tabLst>
                <a:tab algn="l" pos="0"/>
              </a:tabLst>
            </a:pPr>
            <a:r>
              <a:rPr b="0" lang="en" sz="1000" strike="noStrike" u="none">
                <a:solidFill>
                  <a:schemeClr val="lt1"/>
                </a:solidFill>
                <a:effectLst/>
                <a:uFillTx/>
                <a:latin typeface="Arial"/>
              </a:rPr>
              <a:t>Please keep this slide for attribution</a:t>
            </a:r>
            <a:endParaRPr b="0" lang="en-US" sz="1000" strike="noStrike" u="none">
              <a:solidFill>
                <a:srgbClr val="ffffff"/>
              </a:solidFill>
              <a:effectLst/>
              <a:uFillTx/>
              <a:latin typeface="OpenSymbol"/>
            </a:endParaRPr>
          </a:p>
        </p:txBody>
      </p:sp>
      <p:cxnSp>
        <p:nvCxnSpPr>
          <p:cNvPr id="94" name="Google Shape;323;p41"/>
          <p:cNvCxnSpPr/>
          <p:nvPr/>
        </p:nvCxnSpPr>
        <p:spPr>
          <a:xfrm>
            <a:off x="-5040" y="1595520"/>
            <a:ext cx="9182160" cy="360"/>
          </a:xfrm>
          <a:prstGeom prst="straightConnector1">
            <a:avLst/>
          </a:prstGeom>
          <a:ln w="9525">
            <a:solidFill>
              <a:srgbClr val="ebe8de"/>
            </a:solidFill>
            <a:round/>
          </a:ln>
        </p:spPr>
      </p:cxnSp>
      <p:cxnSp>
        <p:nvCxnSpPr>
          <p:cNvPr id="95" name="Google Shape;324;p41"/>
          <p:cNvCxnSpPr/>
          <p:nvPr/>
        </p:nvCxnSpPr>
        <p:spPr>
          <a:xfrm>
            <a:off x="-5040" y="3412440"/>
            <a:ext cx="9182160" cy="360"/>
          </a:xfrm>
          <a:prstGeom prst="straightConnector1">
            <a:avLst/>
          </a:prstGeom>
          <a:ln w="9525">
            <a:solidFill>
              <a:srgbClr val="ebe8de"/>
            </a:solidFill>
            <a:round/>
          </a:ln>
        </p:spPr>
      </p:cxn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orporate Sustainability by Slidesgo">
  <a:themeElements>
    <a:clrScheme name="Simple Light">
      <a:dk1>
        <a:srgbClr val="2b3d2d"/>
      </a:dk1>
      <a:lt1>
        <a:srgbClr val="ebe8de"/>
      </a:lt1>
      <a:dk2>
        <a:srgbClr val="365f3c"/>
      </a:dk2>
      <a:lt2>
        <a:srgbClr val="eeeeee"/>
      </a:lt2>
      <a:accent1>
        <a:srgbClr val="ffffff"/>
      </a:accent1>
      <a:accent2>
        <a:srgbClr val="ffffff"/>
      </a:accent2>
      <a:accent3>
        <a:srgbClr val="ffffff"/>
      </a:accent3>
      <a:accent4>
        <a:srgbClr val="ffffff"/>
      </a:accent4>
      <a:accent5>
        <a:srgbClr val="ffffff"/>
      </a:accent5>
      <a:accent6>
        <a:srgbClr val="ffffff"/>
      </a:accent6>
      <a:hlink>
        <a:srgbClr val="2b3d2d"/>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Slidesgo Final Pages">
  <a:themeElements>
    <a:clrScheme name="Simple Light">
      <a:dk1>
        <a:srgbClr val="ffffff"/>
      </a:dk1>
      <a:lt1>
        <a:srgbClr val="22244e"/>
      </a:lt1>
      <a:dk2>
        <a:srgbClr val="503259"/>
      </a:dk2>
      <a:lt2>
        <a:srgbClr val="765186"/>
      </a:lt2>
      <a:accent1>
        <a:srgbClr val="b07cc6"/>
      </a:accent1>
      <a:accent2>
        <a:srgbClr val="faf6e7"/>
      </a:accent2>
      <a:accent3>
        <a:srgbClr val="e3dfd2"/>
      </a:accent3>
      <a:accent4>
        <a:srgbClr val="ffffff"/>
      </a:accent4>
      <a:accent5>
        <a:srgbClr val="ffffff"/>
      </a:accent5>
      <a:accent6>
        <a:srgbClr val="ffffff"/>
      </a:accent6>
      <a:hlink>
        <a:srgbClr val="765186"/>
      </a:hlink>
      <a:folHlink>
        <a:srgbClr val="0097a7"/>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LibreOffice/25.2.4.3$Linux_X86_64 LibreOffice_project/520$Build-3</Application>
  <AppVersion>15.0000</AppVersion>
  <Company>Microsoft Corporation</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2026-02-17T09:25:12Z</dcterms:created>
  <dc:creator>Unknown Creator</dc:creator>
  <dc:description/>
  <dc:language>en-US</dc:language>
  <cp:lastModifiedBy>Unknown Creator</cp:lastModifiedBy>
  <dcterms:modified xsi:type="dcterms:W3CDTF">2026-02-17T09:25:12Z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
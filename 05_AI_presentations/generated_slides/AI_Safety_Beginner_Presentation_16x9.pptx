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708"/>
  </p:normalViewPr>
  <p:slideViewPr>
    <p:cSldViewPr snapToGrid="0" snapToObjects="1">
      <p:cViewPr varScale="1">
        <p:scale>
          <a:sx n="113" d="100"/>
          <a:sy n="113" d="100"/>
        </p:scale>
        <p:origin x="208" y="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Safety: An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Understanding risks and responsible development of Artificial Intelligence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6200">
                <a:solidFill>
                  <a:srgbClr val="FFFFFF"/>
                </a:solidFill>
              </a:rPr>
              <a:t>What is Artificial Intelligence (AI)?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AI refers to systems that perform tasks requiring human intelligence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Examples: image recognition, language models, recommendation systems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AI systems learn patterns from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What is AI Safety?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AI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Safety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focuses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on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reducing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risks from AI systems</a:t>
            </a:r>
          </a:p>
          <a:p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Ensures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systems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behave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as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intended</a:t>
            </a:r>
            <a:endParaRPr lang="sv-SE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Prevents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unintended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harmful</a:t>
            </a:r>
            <a:r>
              <a:rPr lang="sv-SE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sv-SE" sz="2000" dirty="0" err="1">
                <a:solidFill>
                  <a:schemeClr val="tx1">
                    <a:alpha val="80000"/>
                  </a:schemeClr>
                </a:solidFill>
              </a:rPr>
              <a:t>consequences</a:t>
            </a:r>
            <a:endParaRPr lang="sv-SE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Why AI Safety Matters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AI systems are increasingly powerful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Used in healthcare, finance, transportation, defense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Failures can cause real-world harm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Types of AI Risks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Technical risks (bugs, model errors)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Ethical risks (bias, discrimination)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Societal risks (misinformation, job disruption)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Long-term risks (loss of control over advanced AI)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6800">
                <a:solidFill>
                  <a:srgbClr val="FFFFFF"/>
                </a:solidFill>
              </a:rPr>
              <a:t>AI Alignment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Ensuring AI goals match human values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Avoids unintended optimization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Key research area in advanced AI systems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Bias and Fairness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AI learns from historical data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Biased data leads to biased outcomes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Fairness requires careful dataset design and evaluation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6200">
                <a:solidFill>
                  <a:srgbClr val="FFFFFF"/>
                </a:solidFill>
              </a:rPr>
              <a:t>Robustness and Reliability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Systems should handle unexpected inputs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Adversarial attacks can manipulate AI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Testing and monitoring improve reliability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5000">
                <a:solidFill>
                  <a:srgbClr val="FFFFFF"/>
                </a:solidFill>
              </a:rPr>
              <a:t>Transparency and Explainability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Understanding how AI makes decisions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Important for trust and accountability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Methods include model interpretability tools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5600">
                <a:solidFill>
                  <a:srgbClr val="FFFFFF"/>
                </a:solidFill>
              </a:rPr>
              <a:t>Governance and Regulation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Policies guide responsible AI use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Industry standards and government regulation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Balancing innovation with safety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Who Works on AI Safety?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Researchers and engineers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Policy makers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Ethicists and social scientists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Industry safety teams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rgbClr val="FFFFFF"/>
                </a:solidFill>
              </a:rPr>
              <a:t>How You Can Start Learning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Study machine learning basics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Explore AI ethics and safety research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Follow safety-focused organizations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Practice responsible AI development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r>
              <a:rPr lang="sv-SE" sz="5600" dirty="0" err="1">
                <a:solidFill>
                  <a:srgbClr val="FFFFFF"/>
                </a:solidFill>
              </a:rPr>
              <a:t>Key</a:t>
            </a:r>
            <a:r>
              <a:rPr lang="sv-SE" sz="5600" dirty="0">
                <a:solidFill>
                  <a:srgbClr val="FFFFFF"/>
                </a:solidFill>
              </a:rPr>
              <a:t> </a:t>
            </a:r>
            <a:r>
              <a:rPr lang="sv-SE" sz="5600" dirty="0" err="1">
                <a:solidFill>
                  <a:srgbClr val="FFFFFF"/>
                </a:solidFill>
              </a:rPr>
              <a:t>Takeaways</a:t>
            </a:r>
            <a:endParaRPr lang="sv-SE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AI Safety aims to reduce harm from AI systems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Technical and ethical challenges both matter</a:t>
            </a:r>
          </a:p>
          <a:p>
            <a:pPr lvl="1"/>
            <a:r>
              <a:rPr lang="sv-SE" sz="2000">
                <a:solidFill>
                  <a:schemeClr val="tx1">
                    <a:alpha val="80000"/>
                  </a:schemeClr>
                </a:solidFill>
              </a:rPr>
              <a:t>Responsible development is essential for the future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285</Words>
  <Application>Microsoft Macintosh PowerPoint</Application>
  <PresentationFormat>Bredbild</PresentationFormat>
  <Paragraphs>53</Paragraphs>
  <Slides>13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 Safety: An Introduction</vt:lpstr>
      <vt:lpstr>What is Artificial Intelligence (AI)?</vt:lpstr>
      <vt:lpstr>What is AI Safety?</vt:lpstr>
      <vt:lpstr>Why AI Safety Matters</vt:lpstr>
      <vt:lpstr>Types of AI Risks</vt:lpstr>
      <vt:lpstr>AI Alignment</vt:lpstr>
      <vt:lpstr>Bias and Fairness</vt:lpstr>
      <vt:lpstr>Robustness and Reliability</vt:lpstr>
      <vt:lpstr>Transparency and Explainability</vt:lpstr>
      <vt:lpstr>Governance and Regulation</vt:lpstr>
      <vt:lpstr>Who Works on AI Safety?</vt:lpstr>
      <vt:lpstr>How You Can Start Learning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Kokchun Giang</cp:lastModifiedBy>
  <cp:revision>3</cp:revision>
  <dcterms:created xsi:type="dcterms:W3CDTF">2013-01-27T09:14:16Z</dcterms:created>
  <dcterms:modified xsi:type="dcterms:W3CDTF">2026-02-17T09:06:21Z</dcterms:modified>
  <cp:category/>
</cp:coreProperties>
</file>
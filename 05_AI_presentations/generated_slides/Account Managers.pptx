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4"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9144000" cy="5143500" type="screen16x9"/>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073"/>
    <p:restoredTop sz="94683"/>
  </p:normalViewPr>
  <p:slideViewPr>
    <p:cSldViewPr snapToGrid="0">
      <p:cViewPr varScale="1">
        <p:scale>
          <a:sx n="190" d="100"/>
          <a:sy n="190" d="100"/>
        </p:scale>
        <p:origin x="112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539640"/>
            <a:ext cx="4807080" cy="2003760"/>
          </a:xfrm>
          <a:prstGeom prst="rect">
            <a:avLst/>
          </a:prstGeom>
          <a:noFill/>
          <a:ln w="0">
            <a:noFill/>
          </a:ln>
        </p:spPr>
        <p:txBody>
          <a:bodyPr lIns="91440" tIns="91440" rIns="91440" bIns="91440" anchor="ctr">
            <a:noAutofit/>
          </a:bodyPr>
          <a:lstStyle/>
          <a:p>
            <a:pPr indent="0">
              <a:buNone/>
            </a:pPr>
            <a:r>
              <a:rPr lang="fr-FR" sz="3800" b="0" u="none" strike="noStrike">
                <a:solidFill>
                  <a:schemeClr val="dk1"/>
                </a:solidFill>
                <a:effectLst/>
                <a:uFillTx/>
                <a:latin typeface="Arial"/>
              </a:rPr>
              <a:t>Click to edit the title text format</a:t>
            </a:r>
          </a:p>
        </p:txBody>
      </p:sp>
      <p:sp>
        <p:nvSpPr>
          <p:cNvPr id="3" name="PlaceHolder 2"/>
          <p:cNvSpPr>
            <a:spLocks noGrp="1"/>
          </p:cNvSpPr>
          <p:nvPr>
            <p:ph type="body"/>
          </p:nvPr>
        </p:nvSpPr>
        <p:spPr>
          <a:xfrm>
            <a:off x="5654880" y="1312560"/>
            <a:ext cx="2851920" cy="2851920"/>
          </a:xfrm>
          <a:prstGeom prst="rect">
            <a:avLst/>
          </a:prstGeom>
          <a:noFill/>
          <a:ln w="76320">
            <a:solidFill>
              <a:schemeClr val="lt1"/>
            </a:solidFill>
            <a:round/>
          </a:ln>
        </p:spPr>
        <p:txBody>
          <a:bodyPr lIns="90000" tIns="45000" rIns="90000" bIns="45000" anchor="t">
            <a:normAutofit fontScale="4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1440000"/>
            <a:ext cx="4032720" cy="1080360"/>
          </a:xfrm>
          <a:prstGeom prst="rect">
            <a:avLst/>
          </a:prstGeom>
          <a:solidFill>
            <a:schemeClr val="lt2"/>
          </a:solidFill>
          <a:ln w="0">
            <a:noFill/>
          </a:ln>
        </p:spPr>
        <p:txBody>
          <a:bodyPr lIns="91440" tIns="91440" rIns="91440" bIns="91440" anchor="ctr">
            <a:noAutofit/>
          </a:bodyPr>
          <a:lstStyle/>
          <a:p>
            <a:pPr indent="0">
              <a:lnSpc>
                <a:spcPct val="100000"/>
              </a:lnSpc>
              <a:buNone/>
            </a:pPr>
            <a:r>
              <a:rPr lang="fr-FR" sz="5000" b="0" u="none" strike="noStrike">
                <a:solidFill>
                  <a:schemeClr val="dk1"/>
                </a:solidFill>
                <a:effectLst/>
                <a:uFillTx/>
                <a:latin typeface="Archivo Black"/>
                <a:ea typeface="Archivo Black"/>
              </a:rPr>
              <a:t>xx%</a:t>
            </a:r>
            <a:endParaRPr lang="fr-FR" sz="5000" b="0" u="none" strike="noStrike">
              <a:solidFill>
                <a:schemeClr val="dk1"/>
              </a:solidFill>
              <a:effectLst/>
              <a:uFillTx/>
              <a:latin typeface="Arial"/>
            </a:endParaRPr>
          </a:p>
        </p:txBody>
      </p:sp>
      <p:sp>
        <p:nvSpPr>
          <p:cNvPr id="3" name="PlaceHolder 2"/>
          <p:cNvSpPr>
            <a:spLocks noGrp="1"/>
          </p:cNvSpPr>
          <p:nvPr>
            <p:ph type="body"/>
          </p:nvPr>
        </p:nvSpPr>
        <p:spPr>
          <a:xfrm>
            <a:off x="5397480" y="1055160"/>
            <a:ext cx="3033000" cy="3033000"/>
          </a:xfrm>
          <a:prstGeom prst="rect">
            <a:avLst/>
          </a:prstGeom>
          <a:noFill/>
          <a:ln w="38160">
            <a:solidFill>
              <a:schemeClr val="lt1"/>
            </a:solidFill>
            <a:round/>
          </a:ln>
        </p:spPr>
        <p:txBody>
          <a:bodyPr lIns="90000" tIns="45000" rIns="90000" bIns="45000" anchor="t">
            <a:normAutofit fontScale="4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4" name="Google Shape;146;p11"/>
          <p:cNvGrpSpPr/>
          <p:nvPr/>
        </p:nvGrpSpPr>
        <p:grpSpPr>
          <a:xfrm>
            <a:off x="3333960" y="4349160"/>
            <a:ext cx="1309320" cy="257400"/>
            <a:chOff x="3333960" y="4349160"/>
            <a:chExt cx="1309320" cy="257400"/>
          </a:xfrm>
        </p:grpSpPr>
        <p:sp>
          <p:nvSpPr>
            <p:cNvPr id="5" name="Google Shape;147;p11"/>
            <p:cNvSpPr/>
            <p:nvPr/>
          </p:nvSpPr>
          <p:spPr>
            <a:xfrm flipV="1">
              <a:off x="375336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 name="Google Shape;148;p11"/>
            <p:cNvSpPr/>
            <p:nvPr/>
          </p:nvSpPr>
          <p:spPr>
            <a:xfrm flipV="1">
              <a:off x="395748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 name="Google Shape;149;p11"/>
            <p:cNvSpPr/>
            <p:nvPr/>
          </p:nvSpPr>
          <p:spPr>
            <a:xfrm flipV="1">
              <a:off x="416160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 name="Google Shape;150;p11"/>
            <p:cNvSpPr/>
            <p:nvPr/>
          </p:nvSpPr>
          <p:spPr>
            <a:xfrm flipV="1">
              <a:off x="436572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 name="Google Shape;151;p11"/>
            <p:cNvSpPr/>
            <p:nvPr/>
          </p:nvSpPr>
          <p:spPr>
            <a:xfrm flipV="1">
              <a:off x="456984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 name="Google Shape;152;p11"/>
            <p:cNvSpPr/>
            <p:nvPr/>
          </p:nvSpPr>
          <p:spPr>
            <a:xfrm flipV="1">
              <a:off x="333396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 name="Google Shape;153;p11"/>
            <p:cNvSpPr/>
            <p:nvPr/>
          </p:nvSpPr>
          <p:spPr>
            <a:xfrm flipV="1">
              <a:off x="353808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 name="Google Shape;154;p11"/>
            <p:cNvSpPr/>
            <p:nvPr/>
          </p:nvSpPr>
          <p:spPr>
            <a:xfrm flipV="1">
              <a:off x="374220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 name="Google Shape;155;p11"/>
            <p:cNvSpPr/>
            <p:nvPr/>
          </p:nvSpPr>
          <p:spPr>
            <a:xfrm flipV="1">
              <a:off x="394632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 name="Google Shape;156;p11"/>
            <p:cNvSpPr/>
            <p:nvPr/>
          </p:nvSpPr>
          <p:spPr>
            <a:xfrm flipV="1">
              <a:off x="415044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16" name="PlaceHolder 2"/>
          <p:cNvSpPr>
            <a:spLocks noGrp="1"/>
          </p:cNvSpPr>
          <p:nvPr>
            <p:ph type="title"/>
          </p:nvPr>
        </p:nvSpPr>
        <p:spPr>
          <a:xfrm>
            <a:off x="796320" y="1633680"/>
            <a:ext cx="707040" cy="1235520"/>
          </a:xfrm>
          <a:prstGeom prst="rect">
            <a:avLst/>
          </a:prstGeom>
          <a:solidFill>
            <a:schemeClr val="lt2"/>
          </a:solidFill>
          <a:ln w="0">
            <a:noFill/>
          </a:ln>
        </p:spPr>
        <p:txBody>
          <a:bodyPr lIns="91440" tIns="91440" rIns="91440" bIns="91440" anchor="ctr">
            <a:noAutofit/>
          </a:bodyPr>
          <a:lstStyle/>
          <a:p>
            <a:pPr indent="0" algn="ctr">
              <a:lnSpc>
                <a:spcPct val="100000"/>
              </a:lnSpc>
              <a:buNone/>
            </a:pPr>
            <a:r>
              <a:rPr lang="fr-FR" sz="3000" b="0" u="none" strike="noStrike">
                <a:solidFill>
                  <a:schemeClr val="dk1"/>
                </a:solidFill>
                <a:effectLst/>
                <a:uFillTx/>
                <a:latin typeface="Archivo Black"/>
                <a:ea typeface="Archivo Black"/>
              </a:rPr>
              <a:t>xx%</a:t>
            </a:r>
            <a:endParaRPr lang="fr-FR" sz="3000" b="0" u="none" strike="noStrike">
              <a:solidFill>
                <a:schemeClr val="dk1"/>
              </a:solidFill>
              <a:effectLst/>
              <a:uFillTx/>
              <a:latin typeface="Arial"/>
            </a:endParaRPr>
          </a:p>
        </p:txBody>
      </p:sp>
      <p:sp>
        <p:nvSpPr>
          <p:cNvPr id="17" name="PlaceHolder 3"/>
          <p:cNvSpPr>
            <a:spLocks noGrp="1"/>
          </p:cNvSpPr>
          <p:nvPr>
            <p:ph type="title"/>
          </p:nvPr>
        </p:nvSpPr>
        <p:spPr>
          <a:xfrm>
            <a:off x="4750920" y="3290760"/>
            <a:ext cx="707040" cy="1235520"/>
          </a:xfrm>
          <a:prstGeom prst="rect">
            <a:avLst/>
          </a:prstGeom>
          <a:solidFill>
            <a:schemeClr val="lt2"/>
          </a:solidFill>
          <a:ln w="0">
            <a:noFill/>
          </a:ln>
        </p:spPr>
        <p:txBody>
          <a:bodyPr lIns="91440" tIns="91440" rIns="91440" bIns="91440" anchor="ctr">
            <a:noAutofit/>
          </a:bodyPr>
          <a:lstStyle/>
          <a:p>
            <a:pPr indent="0" algn="r">
              <a:lnSpc>
                <a:spcPct val="100000"/>
              </a:lnSpc>
              <a:buNone/>
            </a:pPr>
            <a:r>
              <a:rPr lang="fr-FR" sz="3000" b="0" u="none" strike="noStrike">
                <a:solidFill>
                  <a:schemeClr val="dk1"/>
                </a:solidFill>
                <a:effectLst/>
                <a:uFillTx/>
                <a:latin typeface="Archivo Black"/>
                <a:ea typeface="Archivo Black"/>
              </a:rPr>
              <a:t>xx%</a:t>
            </a:r>
            <a:endParaRPr lang="fr-FR" sz="3000" b="0" u="none" strike="noStrike">
              <a:solidFill>
                <a:schemeClr val="dk1"/>
              </a:solidFill>
              <a:effectLst/>
              <a:uFillTx/>
              <a:latin typeface="Arial"/>
            </a:endParaRPr>
          </a:p>
        </p:txBody>
      </p:sp>
      <p:sp>
        <p:nvSpPr>
          <p:cNvPr id="18" name="PlaceHolder 4"/>
          <p:cNvSpPr>
            <a:spLocks noGrp="1"/>
          </p:cNvSpPr>
          <p:nvPr>
            <p:ph type="title"/>
          </p:nvPr>
        </p:nvSpPr>
        <p:spPr>
          <a:xfrm>
            <a:off x="796320" y="3290760"/>
            <a:ext cx="707040" cy="1235520"/>
          </a:xfrm>
          <a:prstGeom prst="rect">
            <a:avLst/>
          </a:prstGeom>
          <a:solidFill>
            <a:schemeClr val="lt2"/>
          </a:solidFill>
          <a:ln w="0">
            <a:noFill/>
          </a:ln>
        </p:spPr>
        <p:txBody>
          <a:bodyPr lIns="91440" tIns="91440" rIns="91440" bIns="91440" anchor="ctr">
            <a:noAutofit/>
          </a:bodyPr>
          <a:lstStyle/>
          <a:p>
            <a:pPr indent="0" algn="r">
              <a:lnSpc>
                <a:spcPct val="100000"/>
              </a:lnSpc>
              <a:buNone/>
            </a:pPr>
            <a:r>
              <a:rPr lang="fr-FR" sz="3000" b="0" u="none" strike="noStrike">
                <a:solidFill>
                  <a:schemeClr val="dk1"/>
                </a:solidFill>
                <a:effectLst/>
                <a:uFillTx/>
                <a:latin typeface="Archivo Black"/>
                <a:ea typeface="Archivo Black"/>
              </a:rPr>
              <a:t>xx%</a:t>
            </a:r>
            <a:endParaRPr lang="fr-FR" sz="3000" b="0" u="none" strike="noStrike">
              <a:solidFill>
                <a:schemeClr val="dk1"/>
              </a:solidFill>
              <a:effectLst/>
              <a:uFillTx/>
              <a:latin typeface="Arial"/>
            </a:endParaRPr>
          </a:p>
        </p:txBody>
      </p:sp>
      <p:sp>
        <p:nvSpPr>
          <p:cNvPr id="19" name="PlaceHolder 5"/>
          <p:cNvSpPr>
            <a:spLocks noGrp="1"/>
          </p:cNvSpPr>
          <p:nvPr>
            <p:ph type="title"/>
          </p:nvPr>
        </p:nvSpPr>
        <p:spPr>
          <a:xfrm>
            <a:off x="4750920" y="1633680"/>
            <a:ext cx="707040" cy="1235520"/>
          </a:xfrm>
          <a:prstGeom prst="rect">
            <a:avLst/>
          </a:prstGeom>
          <a:solidFill>
            <a:schemeClr val="lt2"/>
          </a:solidFill>
          <a:ln w="0">
            <a:noFill/>
          </a:ln>
        </p:spPr>
        <p:txBody>
          <a:bodyPr lIns="91440" tIns="91440" rIns="91440" bIns="91440" anchor="ctr">
            <a:noAutofit/>
          </a:bodyPr>
          <a:lstStyle/>
          <a:p>
            <a:pPr indent="0" algn="r">
              <a:lnSpc>
                <a:spcPct val="100000"/>
              </a:lnSpc>
              <a:buNone/>
            </a:pPr>
            <a:r>
              <a:rPr lang="fr-FR" sz="3000" b="0" u="none" strike="noStrike">
                <a:solidFill>
                  <a:schemeClr val="dk1"/>
                </a:solidFill>
                <a:effectLst/>
                <a:uFillTx/>
                <a:latin typeface="Archivo Black"/>
                <a:ea typeface="Archivo Black"/>
              </a:rPr>
              <a:t>xx%</a:t>
            </a:r>
            <a:endParaRPr lang="fr-FR" sz="3000" b="0" u="none" strike="noStrike">
              <a:solidFill>
                <a:schemeClr val="dk1"/>
              </a:solidFill>
              <a:effectLst/>
              <a:uFillTx/>
              <a:latin typeface="Arial"/>
            </a:endParaRPr>
          </a:p>
        </p:txBody>
      </p:sp>
      <p:grpSp>
        <p:nvGrpSpPr>
          <p:cNvPr id="20" name="Google Shape;172;p13"/>
          <p:cNvGrpSpPr/>
          <p:nvPr/>
        </p:nvGrpSpPr>
        <p:grpSpPr>
          <a:xfrm>
            <a:off x="7527600" y="-437040"/>
            <a:ext cx="2303280" cy="2075400"/>
            <a:chOff x="7527600" y="-437040"/>
            <a:chExt cx="2303280" cy="2075400"/>
          </a:xfrm>
        </p:grpSpPr>
        <p:sp>
          <p:nvSpPr>
            <p:cNvPr id="21" name="Google Shape;173;p13"/>
            <p:cNvSpPr/>
            <p:nvPr/>
          </p:nvSpPr>
          <p:spPr>
            <a:xfrm rot="16200000" flipH="1">
              <a:off x="7653240" y="-5796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2" name="Google Shape;174;p13"/>
            <p:cNvGrpSpPr/>
            <p:nvPr/>
          </p:nvGrpSpPr>
          <p:grpSpPr>
            <a:xfrm>
              <a:off x="7527600" y="-190440"/>
              <a:ext cx="2303280" cy="1828800"/>
              <a:chOff x="7527600" y="-190440"/>
              <a:chExt cx="2303280" cy="1828800"/>
            </a:xfrm>
          </p:grpSpPr>
          <p:sp>
            <p:nvSpPr>
              <p:cNvPr id="23" name="Google Shape;175;p13"/>
              <p:cNvSpPr/>
              <p:nvPr/>
            </p:nvSpPr>
            <p:spPr>
              <a:xfrm rot="2699400" flipH="1">
                <a:off x="8755560" y="66600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 name="Google Shape;176;p13"/>
              <p:cNvSpPr/>
              <p:nvPr/>
            </p:nvSpPr>
            <p:spPr>
              <a:xfrm>
                <a:off x="7979760" y="32904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 name="Google Shape;177;p13"/>
              <p:cNvSpPr/>
              <p:nvPr/>
            </p:nvSpPr>
            <p:spPr>
              <a:xfrm rot="2699400" flipH="1">
                <a:off x="7437960" y="16812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6" name="Google Shape;178;p13"/>
            <p:cNvSpPr/>
            <p:nvPr/>
          </p:nvSpPr>
          <p:spPr>
            <a:xfrm rot="2700000">
              <a:off x="7775640" y="-183240"/>
              <a:ext cx="770040" cy="12744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
    <p:bg>
      <p:bgPr>
        <a:solidFill>
          <a:schemeClr val="lt1"/>
        </a:solidFill>
        <a:effectLst/>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713160" y="4091040"/>
            <a:ext cx="4620600" cy="5317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grpSp>
        <p:nvGrpSpPr>
          <p:cNvPr id="28" name="Google Shape;182;p14"/>
          <p:cNvGrpSpPr/>
          <p:nvPr/>
        </p:nvGrpSpPr>
        <p:grpSpPr>
          <a:xfrm>
            <a:off x="6011280" y="4511160"/>
            <a:ext cx="1309320" cy="257400"/>
            <a:chOff x="6011280" y="4511160"/>
            <a:chExt cx="1309320" cy="257400"/>
          </a:xfrm>
        </p:grpSpPr>
        <p:sp>
          <p:nvSpPr>
            <p:cNvPr id="29" name="Google Shape;183;p14"/>
            <p:cNvSpPr/>
            <p:nvPr/>
          </p:nvSpPr>
          <p:spPr>
            <a:xfrm>
              <a:off x="6430680" y="4511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 name="Google Shape;184;p14"/>
            <p:cNvSpPr/>
            <p:nvPr/>
          </p:nvSpPr>
          <p:spPr>
            <a:xfrm>
              <a:off x="6634800" y="4511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 name="Google Shape;185;p14"/>
            <p:cNvSpPr/>
            <p:nvPr/>
          </p:nvSpPr>
          <p:spPr>
            <a:xfrm>
              <a:off x="6838920" y="4511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 name="Google Shape;186;p14"/>
            <p:cNvSpPr/>
            <p:nvPr/>
          </p:nvSpPr>
          <p:spPr>
            <a:xfrm>
              <a:off x="7043040" y="4511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 name="Google Shape;187;p14"/>
            <p:cNvSpPr/>
            <p:nvPr/>
          </p:nvSpPr>
          <p:spPr>
            <a:xfrm>
              <a:off x="7247160" y="4511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 name="Google Shape;188;p14"/>
            <p:cNvSpPr/>
            <p:nvPr/>
          </p:nvSpPr>
          <p:spPr>
            <a:xfrm>
              <a:off x="6011280" y="4695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 name="Google Shape;189;p14"/>
            <p:cNvSpPr/>
            <p:nvPr/>
          </p:nvSpPr>
          <p:spPr>
            <a:xfrm>
              <a:off x="6215400" y="4695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 name="Google Shape;190;p14"/>
            <p:cNvSpPr/>
            <p:nvPr/>
          </p:nvSpPr>
          <p:spPr>
            <a:xfrm>
              <a:off x="6419520" y="4695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 name="Google Shape;191;p14"/>
            <p:cNvSpPr/>
            <p:nvPr/>
          </p:nvSpPr>
          <p:spPr>
            <a:xfrm>
              <a:off x="6623640" y="4695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 name="Google Shape;192;p14"/>
            <p:cNvSpPr/>
            <p:nvPr/>
          </p:nvSpPr>
          <p:spPr>
            <a:xfrm>
              <a:off x="6827760" y="4695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40" name="PlaceHolder 2"/>
          <p:cNvSpPr>
            <a:spLocks noGrp="1"/>
          </p:cNvSpPr>
          <p:nvPr>
            <p:ph type="title"/>
          </p:nvPr>
        </p:nvSpPr>
        <p:spPr>
          <a:xfrm>
            <a:off x="1411560" y="1159200"/>
            <a:ext cx="792000" cy="572400"/>
          </a:xfrm>
          <a:prstGeom prst="rect">
            <a:avLst/>
          </a:prstGeom>
          <a:solidFill>
            <a:schemeClr val="lt2"/>
          </a:solid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Archivo Black"/>
                <a:ea typeface="Archivo Black"/>
              </a:rPr>
              <a:t>xx%</a:t>
            </a:r>
            <a:endParaRPr lang="fr-FR" sz="2000" b="0" u="none" strike="noStrike">
              <a:solidFill>
                <a:schemeClr val="dk1"/>
              </a:solidFill>
              <a:effectLst/>
              <a:uFillTx/>
              <a:latin typeface="Arial"/>
            </a:endParaRPr>
          </a:p>
        </p:txBody>
      </p:sp>
      <p:sp>
        <p:nvSpPr>
          <p:cNvPr id="41" name="PlaceHolder 3"/>
          <p:cNvSpPr>
            <a:spLocks noGrp="1"/>
          </p:cNvSpPr>
          <p:nvPr>
            <p:ph type="title"/>
          </p:nvPr>
        </p:nvSpPr>
        <p:spPr>
          <a:xfrm>
            <a:off x="3958200" y="1159200"/>
            <a:ext cx="792000" cy="572400"/>
          </a:xfrm>
          <a:prstGeom prst="rect">
            <a:avLst/>
          </a:prstGeom>
          <a:solidFill>
            <a:schemeClr val="lt2"/>
          </a:solid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Archivo Black"/>
                <a:ea typeface="Archivo Black"/>
              </a:rPr>
              <a:t>xx%</a:t>
            </a:r>
            <a:endParaRPr lang="fr-FR" sz="2000" b="0" u="none" strike="noStrike">
              <a:solidFill>
                <a:schemeClr val="dk1"/>
              </a:solidFill>
              <a:effectLst/>
              <a:uFillTx/>
              <a:latin typeface="Arial"/>
            </a:endParaRPr>
          </a:p>
        </p:txBody>
      </p:sp>
      <p:sp>
        <p:nvSpPr>
          <p:cNvPr id="42" name="PlaceHolder 4"/>
          <p:cNvSpPr>
            <a:spLocks noGrp="1"/>
          </p:cNvSpPr>
          <p:nvPr>
            <p:ph type="title"/>
          </p:nvPr>
        </p:nvSpPr>
        <p:spPr>
          <a:xfrm>
            <a:off x="6504840" y="1159200"/>
            <a:ext cx="792000" cy="572400"/>
          </a:xfrm>
          <a:prstGeom prst="rect">
            <a:avLst/>
          </a:prstGeom>
          <a:solidFill>
            <a:schemeClr val="lt2"/>
          </a:solidFill>
          <a:ln w="0">
            <a:noFill/>
          </a:ln>
        </p:spPr>
        <p:txBody>
          <a:bodyPr lIns="91440" tIns="91440" rIns="91440" bIns="91440" anchor="ctr">
            <a:noAutofit/>
          </a:bodyPr>
          <a:lstStyle/>
          <a:p>
            <a:pPr indent="0" algn="ctr">
              <a:lnSpc>
                <a:spcPct val="100000"/>
              </a:lnSpc>
              <a:buNone/>
            </a:pPr>
            <a:r>
              <a:rPr lang="fr-FR" sz="2000" b="0" u="none" strike="noStrike">
                <a:solidFill>
                  <a:schemeClr val="dk1"/>
                </a:solidFill>
                <a:effectLst/>
                <a:uFillTx/>
                <a:latin typeface="Archivo Black"/>
                <a:ea typeface="Archivo Black"/>
              </a:rPr>
              <a:t>xx%</a:t>
            </a:r>
            <a:endParaRPr lang="fr-FR" sz="2000" b="0" u="none" strike="noStrike">
              <a:solidFill>
                <a:schemeClr val="dk1"/>
              </a:solidFill>
              <a:effectLst/>
              <a:uFillTx/>
              <a:latin typeface="Arial"/>
            </a:endParaRPr>
          </a:p>
        </p:txBody>
      </p:sp>
      <p:grpSp>
        <p:nvGrpSpPr>
          <p:cNvPr id="43" name="Google Shape;204;p15"/>
          <p:cNvGrpSpPr/>
          <p:nvPr/>
        </p:nvGrpSpPr>
        <p:grpSpPr>
          <a:xfrm>
            <a:off x="7286760" y="387360"/>
            <a:ext cx="2472480" cy="5140080"/>
            <a:chOff x="7286760" y="387360"/>
            <a:chExt cx="2472480" cy="5140080"/>
          </a:xfrm>
        </p:grpSpPr>
        <p:grpSp>
          <p:nvGrpSpPr>
            <p:cNvPr id="44" name="Google Shape;205;p15"/>
            <p:cNvGrpSpPr/>
            <p:nvPr/>
          </p:nvGrpSpPr>
          <p:grpSpPr>
            <a:xfrm>
              <a:off x="7286760" y="3448080"/>
              <a:ext cx="2472480" cy="2079360"/>
              <a:chOff x="7286760" y="3448080"/>
              <a:chExt cx="2472480" cy="2079360"/>
            </a:xfrm>
          </p:grpSpPr>
          <p:sp>
            <p:nvSpPr>
              <p:cNvPr id="45" name="Google Shape;206;p15"/>
              <p:cNvSpPr/>
              <p:nvPr/>
            </p:nvSpPr>
            <p:spPr>
              <a:xfrm rot="5400000" flipH="1" flipV="1">
                <a:off x="7653240" y="359604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6" name="Google Shape;207;p15"/>
              <p:cNvGrpSpPr/>
              <p:nvPr/>
            </p:nvGrpSpPr>
            <p:grpSpPr>
              <a:xfrm>
                <a:off x="7286760" y="3448080"/>
                <a:ext cx="2472480" cy="2079360"/>
                <a:chOff x="7286760" y="3448080"/>
                <a:chExt cx="2472480" cy="2079360"/>
              </a:xfrm>
            </p:grpSpPr>
            <p:sp>
              <p:nvSpPr>
                <p:cNvPr id="47" name="Google Shape;208;p15"/>
                <p:cNvSpPr/>
                <p:nvPr/>
              </p:nvSpPr>
              <p:spPr>
                <a:xfrm rot="18900600" flipH="1" flipV="1">
                  <a:off x="8684640" y="381672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 name="Google Shape;209;p15"/>
                <p:cNvSpPr/>
                <p:nvPr/>
              </p:nvSpPr>
              <p:spPr>
                <a:xfrm flipV="1">
                  <a:off x="7979760" y="344772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 name="Google Shape;210;p15"/>
                <p:cNvSpPr/>
                <p:nvPr/>
              </p:nvSpPr>
              <p:spPr>
                <a:xfrm rot="18900600" flipH="1" flipV="1">
                  <a:off x="7197120" y="496656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0" name="Google Shape;211;p15"/>
              <p:cNvSpPr/>
              <p:nvPr/>
            </p:nvSpPr>
            <p:spPr>
              <a:xfrm rot="18900000" flipV="1">
                <a:off x="7775640" y="5142240"/>
                <a:ext cx="770400" cy="12744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1" name="Google Shape;212;p15"/>
            <p:cNvGrpSpPr/>
            <p:nvPr/>
          </p:nvGrpSpPr>
          <p:grpSpPr>
            <a:xfrm>
              <a:off x="7432920" y="387360"/>
              <a:ext cx="1309320" cy="257400"/>
              <a:chOff x="7432920" y="387360"/>
              <a:chExt cx="1309320" cy="257400"/>
            </a:xfrm>
          </p:grpSpPr>
          <p:sp>
            <p:nvSpPr>
              <p:cNvPr id="52" name="Google Shape;213;p15"/>
              <p:cNvSpPr/>
              <p:nvPr/>
            </p:nvSpPr>
            <p:spPr>
              <a:xfrm flipV="1">
                <a:off x="785232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 name="Google Shape;214;p15"/>
              <p:cNvSpPr/>
              <p:nvPr/>
            </p:nvSpPr>
            <p:spPr>
              <a:xfrm flipV="1">
                <a:off x="805644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 name="Google Shape;215;p15"/>
              <p:cNvSpPr/>
              <p:nvPr/>
            </p:nvSpPr>
            <p:spPr>
              <a:xfrm flipV="1">
                <a:off x="826056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 name="Google Shape;216;p15"/>
              <p:cNvSpPr/>
              <p:nvPr/>
            </p:nvSpPr>
            <p:spPr>
              <a:xfrm flipV="1">
                <a:off x="846468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 name="Google Shape;217;p15"/>
              <p:cNvSpPr/>
              <p:nvPr/>
            </p:nvSpPr>
            <p:spPr>
              <a:xfrm flipV="1">
                <a:off x="866880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 name="Google Shape;218;p15"/>
              <p:cNvSpPr/>
              <p:nvPr/>
            </p:nvSpPr>
            <p:spPr>
              <a:xfrm flipV="1">
                <a:off x="743292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 name="Google Shape;219;p15"/>
              <p:cNvSpPr/>
              <p:nvPr/>
            </p:nvSpPr>
            <p:spPr>
              <a:xfrm flipV="1">
                <a:off x="763704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 name="Google Shape;220;p15"/>
              <p:cNvSpPr/>
              <p:nvPr/>
            </p:nvSpPr>
            <p:spPr>
              <a:xfrm flipV="1">
                <a:off x="784116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 name="Google Shape;221;p15"/>
              <p:cNvSpPr/>
              <p:nvPr/>
            </p:nvSpPr>
            <p:spPr>
              <a:xfrm flipV="1">
                <a:off x="804528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 name="Google Shape;222;p15"/>
              <p:cNvSpPr/>
              <p:nvPr/>
            </p:nvSpPr>
            <p:spPr>
              <a:xfrm flipV="1">
                <a:off x="824940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AND_TWO_COLUMNS_1">
    <p:bg>
      <p:bgPr>
        <a:solidFill>
          <a:schemeClr val="lt1"/>
        </a:solidFill>
        <a:effectLst/>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63" name="Google Shape;229;p16"/>
          <p:cNvGrpSpPr/>
          <p:nvPr/>
        </p:nvGrpSpPr>
        <p:grpSpPr>
          <a:xfrm>
            <a:off x="7432920" y="387360"/>
            <a:ext cx="2397960" cy="5136480"/>
            <a:chOff x="7432920" y="387360"/>
            <a:chExt cx="2397960" cy="5136480"/>
          </a:xfrm>
        </p:grpSpPr>
        <p:grpSp>
          <p:nvGrpSpPr>
            <p:cNvPr id="64" name="Google Shape;230;p16"/>
            <p:cNvGrpSpPr/>
            <p:nvPr/>
          </p:nvGrpSpPr>
          <p:grpSpPr>
            <a:xfrm>
              <a:off x="7527600" y="3448080"/>
              <a:ext cx="2303280" cy="2075760"/>
              <a:chOff x="7527600" y="3448080"/>
              <a:chExt cx="2303280" cy="2075760"/>
            </a:xfrm>
          </p:grpSpPr>
          <p:sp>
            <p:nvSpPr>
              <p:cNvPr id="65" name="Google Shape;231;p16"/>
              <p:cNvSpPr/>
              <p:nvPr/>
            </p:nvSpPr>
            <p:spPr>
              <a:xfrm rot="5400000" flipH="1" flipV="1">
                <a:off x="7653240" y="359604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6" name="Google Shape;232;p16"/>
              <p:cNvGrpSpPr/>
              <p:nvPr/>
            </p:nvGrpSpPr>
            <p:grpSpPr>
              <a:xfrm>
                <a:off x="7527600" y="3448080"/>
                <a:ext cx="2303280" cy="1829160"/>
                <a:chOff x="7527600" y="3448080"/>
                <a:chExt cx="2303280" cy="1829160"/>
              </a:xfrm>
            </p:grpSpPr>
            <p:sp>
              <p:nvSpPr>
                <p:cNvPr id="67" name="Google Shape;233;p16"/>
                <p:cNvSpPr/>
                <p:nvPr/>
              </p:nvSpPr>
              <p:spPr>
                <a:xfrm rot="18900600" flipH="1" flipV="1">
                  <a:off x="8756280" y="415908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 name="Google Shape;234;p16"/>
                <p:cNvSpPr/>
                <p:nvPr/>
              </p:nvSpPr>
              <p:spPr>
                <a:xfrm flipV="1">
                  <a:off x="7979760" y="344772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 name="Google Shape;235;p16"/>
                <p:cNvSpPr/>
                <p:nvPr/>
              </p:nvSpPr>
              <p:spPr>
                <a:xfrm rot="18900600" flipH="1" flipV="1">
                  <a:off x="7437960" y="471636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0" name="Google Shape;236;p16"/>
              <p:cNvSpPr/>
              <p:nvPr/>
            </p:nvSpPr>
            <p:spPr>
              <a:xfrm rot="18900000" flipV="1">
                <a:off x="7775640" y="5142240"/>
                <a:ext cx="770400" cy="12744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1" name="Google Shape;237;p16"/>
            <p:cNvGrpSpPr/>
            <p:nvPr/>
          </p:nvGrpSpPr>
          <p:grpSpPr>
            <a:xfrm>
              <a:off x="7432920" y="387360"/>
              <a:ext cx="1309320" cy="257400"/>
              <a:chOff x="7432920" y="387360"/>
              <a:chExt cx="1309320" cy="257400"/>
            </a:xfrm>
          </p:grpSpPr>
          <p:sp>
            <p:nvSpPr>
              <p:cNvPr id="72" name="Google Shape;238;p16"/>
              <p:cNvSpPr/>
              <p:nvPr/>
            </p:nvSpPr>
            <p:spPr>
              <a:xfrm flipV="1">
                <a:off x="785232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 name="Google Shape;239;p16"/>
              <p:cNvSpPr/>
              <p:nvPr/>
            </p:nvSpPr>
            <p:spPr>
              <a:xfrm flipV="1">
                <a:off x="805644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 name="Google Shape;240;p16"/>
              <p:cNvSpPr/>
              <p:nvPr/>
            </p:nvSpPr>
            <p:spPr>
              <a:xfrm flipV="1">
                <a:off x="826056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 name="Google Shape;241;p16"/>
              <p:cNvSpPr/>
              <p:nvPr/>
            </p:nvSpPr>
            <p:spPr>
              <a:xfrm flipV="1">
                <a:off x="846468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 name="Google Shape;242;p16"/>
              <p:cNvSpPr/>
              <p:nvPr/>
            </p:nvSpPr>
            <p:spPr>
              <a:xfrm flipV="1">
                <a:off x="866880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 name="Google Shape;243;p16"/>
              <p:cNvSpPr/>
              <p:nvPr/>
            </p:nvSpPr>
            <p:spPr>
              <a:xfrm flipV="1">
                <a:off x="743292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 name="Google Shape;244;p16"/>
              <p:cNvSpPr/>
              <p:nvPr/>
            </p:nvSpPr>
            <p:spPr>
              <a:xfrm flipV="1">
                <a:off x="763704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 name="Google Shape;245;p16"/>
              <p:cNvSpPr/>
              <p:nvPr/>
            </p:nvSpPr>
            <p:spPr>
              <a:xfrm flipV="1">
                <a:off x="784116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 name="Google Shape;246;p16"/>
              <p:cNvSpPr/>
              <p:nvPr/>
            </p:nvSpPr>
            <p:spPr>
              <a:xfrm flipV="1">
                <a:off x="804528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 name="Google Shape;247;p16"/>
              <p:cNvSpPr/>
              <p:nvPr/>
            </p:nvSpPr>
            <p:spPr>
              <a:xfrm flipV="1">
                <a:off x="824940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ITLE_AND_TWO_COLUMNS_1_1">
    <p:bg>
      <p:bgPr>
        <a:solidFill>
          <a:schemeClr val="lt1"/>
        </a:solidFill>
        <a:effectLst/>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720000" y="444960"/>
            <a:ext cx="771048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83" name="PlaceHolder 2"/>
          <p:cNvSpPr>
            <a:spLocks noGrp="1"/>
          </p:cNvSpPr>
          <p:nvPr>
            <p:ph type="body"/>
          </p:nvPr>
        </p:nvSpPr>
        <p:spPr>
          <a:xfrm>
            <a:off x="720000" y="1326240"/>
            <a:ext cx="3811680" cy="32821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84" name="PlaceHolder 3"/>
          <p:cNvSpPr>
            <a:spLocks noGrp="1"/>
          </p:cNvSpPr>
          <p:nvPr>
            <p:ph type="body"/>
          </p:nvPr>
        </p:nvSpPr>
        <p:spPr>
          <a:xfrm>
            <a:off x="4618800" y="1326240"/>
            <a:ext cx="3811680" cy="32821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grpSp>
        <p:nvGrpSpPr>
          <p:cNvPr id="85" name="Google Shape;252;p17"/>
          <p:cNvGrpSpPr/>
          <p:nvPr/>
        </p:nvGrpSpPr>
        <p:grpSpPr>
          <a:xfrm>
            <a:off x="7267320" y="387360"/>
            <a:ext cx="2455920" cy="5138280"/>
            <a:chOff x="7267320" y="387360"/>
            <a:chExt cx="2455920" cy="5138280"/>
          </a:xfrm>
        </p:grpSpPr>
        <p:grpSp>
          <p:nvGrpSpPr>
            <p:cNvPr id="86" name="Google Shape;253;p17"/>
            <p:cNvGrpSpPr/>
            <p:nvPr/>
          </p:nvGrpSpPr>
          <p:grpSpPr>
            <a:xfrm>
              <a:off x="7432920" y="387360"/>
              <a:ext cx="1309320" cy="257400"/>
              <a:chOff x="7432920" y="387360"/>
              <a:chExt cx="1309320" cy="257400"/>
            </a:xfrm>
          </p:grpSpPr>
          <p:sp>
            <p:nvSpPr>
              <p:cNvPr id="87" name="Google Shape;254;p17"/>
              <p:cNvSpPr/>
              <p:nvPr/>
            </p:nvSpPr>
            <p:spPr>
              <a:xfrm flipV="1">
                <a:off x="785232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 name="Google Shape;255;p17"/>
              <p:cNvSpPr/>
              <p:nvPr/>
            </p:nvSpPr>
            <p:spPr>
              <a:xfrm flipV="1">
                <a:off x="805644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 name="Google Shape;256;p17"/>
              <p:cNvSpPr/>
              <p:nvPr/>
            </p:nvSpPr>
            <p:spPr>
              <a:xfrm flipV="1">
                <a:off x="826056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 name="Google Shape;257;p17"/>
              <p:cNvSpPr/>
              <p:nvPr/>
            </p:nvSpPr>
            <p:spPr>
              <a:xfrm flipV="1">
                <a:off x="846468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 name="Google Shape;258;p17"/>
              <p:cNvSpPr/>
              <p:nvPr/>
            </p:nvSpPr>
            <p:spPr>
              <a:xfrm flipV="1">
                <a:off x="866880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 name="Google Shape;259;p17"/>
              <p:cNvSpPr/>
              <p:nvPr/>
            </p:nvSpPr>
            <p:spPr>
              <a:xfrm flipV="1">
                <a:off x="743292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 name="Google Shape;260;p17"/>
              <p:cNvSpPr/>
              <p:nvPr/>
            </p:nvSpPr>
            <p:spPr>
              <a:xfrm flipV="1">
                <a:off x="763704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 name="Google Shape;261;p17"/>
              <p:cNvSpPr/>
              <p:nvPr/>
            </p:nvSpPr>
            <p:spPr>
              <a:xfrm flipV="1">
                <a:off x="784116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 name="Google Shape;262;p17"/>
              <p:cNvSpPr/>
              <p:nvPr/>
            </p:nvSpPr>
            <p:spPr>
              <a:xfrm flipV="1">
                <a:off x="804528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 name="Google Shape;263;p17"/>
              <p:cNvSpPr/>
              <p:nvPr/>
            </p:nvSpPr>
            <p:spPr>
              <a:xfrm flipV="1">
                <a:off x="824940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7" name="Google Shape;264;p17"/>
            <p:cNvGrpSpPr/>
            <p:nvPr/>
          </p:nvGrpSpPr>
          <p:grpSpPr>
            <a:xfrm>
              <a:off x="7267320" y="3608280"/>
              <a:ext cx="2455920" cy="1917360"/>
              <a:chOff x="7267320" y="3608280"/>
              <a:chExt cx="2455920" cy="1917360"/>
            </a:xfrm>
          </p:grpSpPr>
          <p:sp>
            <p:nvSpPr>
              <p:cNvPr id="98" name="Google Shape;265;p17"/>
              <p:cNvSpPr/>
              <p:nvPr/>
            </p:nvSpPr>
            <p:spPr>
              <a:xfrm rot="5400000" flipH="1" flipV="1">
                <a:off x="7653240" y="361080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 name="Google Shape;266;p17"/>
              <p:cNvSpPr/>
              <p:nvPr/>
            </p:nvSpPr>
            <p:spPr>
              <a:xfrm rot="18900600" flipH="1" flipV="1">
                <a:off x="8648640" y="425484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 name="Google Shape;267;p17"/>
              <p:cNvSpPr/>
              <p:nvPr/>
            </p:nvSpPr>
            <p:spPr>
              <a:xfrm flipV="1">
                <a:off x="7719480" y="369612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 name="Google Shape;268;p17"/>
              <p:cNvSpPr/>
              <p:nvPr/>
            </p:nvSpPr>
            <p:spPr>
              <a:xfrm rot="18900600" flipH="1" flipV="1">
                <a:off x="7177680" y="496476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6_1">
    <p:bg>
      <p:bgPr>
        <a:solidFill>
          <a:schemeClr val="lt1"/>
        </a:solidFill>
        <a:effectLst/>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103" name="Google Shape;277;p18"/>
          <p:cNvGrpSpPr/>
          <p:nvPr/>
        </p:nvGrpSpPr>
        <p:grpSpPr>
          <a:xfrm>
            <a:off x="7527600" y="-437040"/>
            <a:ext cx="2303280" cy="2075400"/>
            <a:chOff x="7527600" y="-437040"/>
            <a:chExt cx="2303280" cy="2075400"/>
          </a:xfrm>
        </p:grpSpPr>
        <p:sp>
          <p:nvSpPr>
            <p:cNvPr id="104" name="Google Shape;278;p18"/>
            <p:cNvSpPr/>
            <p:nvPr/>
          </p:nvSpPr>
          <p:spPr>
            <a:xfrm rot="16200000" flipH="1">
              <a:off x="7653240" y="-5796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05" name="Google Shape;279;p18"/>
            <p:cNvGrpSpPr/>
            <p:nvPr/>
          </p:nvGrpSpPr>
          <p:grpSpPr>
            <a:xfrm>
              <a:off x="7527600" y="-190440"/>
              <a:ext cx="2303280" cy="1828800"/>
              <a:chOff x="7527600" y="-190440"/>
              <a:chExt cx="2303280" cy="1828800"/>
            </a:xfrm>
          </p:grpSpPr>
          <p:sp>
            <p:nvSpPr>
              <p:cNvPr id="106" name="Google Shape;280;p18"/>
              <p:cNvSpPr/>
              <p:nvPr/>
            </p:nvSpPr>
            <p:spPr>
              <a:xfrm rot="2699400" flipH="1">
                <a:off x="8755560" y="66600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 name="Google Shape;281;p18"/>
              <p:cNvSpPr/>
              <p:nvPr/>
            </p:nvSpPr>
            <p:spPr>
              <a:xfrm>
                <a:off x="7979760" y="32904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 name="Google Shape;282;p18"/>
              <p:cNvSpPr/>
              <p:nvPr/>
            </p:nvSpPr>
            <p:spPr>
              <a:xfrm rot="2699400" flipH="1">
                <a:off x="7437960" y="16812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9" name="Google Shape;283;p18"/>
            <p:cNvSpPr/>
            <p:nvPr/>
          </p:nvSpPr>
          <p:spPr>
            <a:xfrm rot="2700000">
              <a:off x="7775640" y="-183240"/>
              <a:ext cx="770040" cy="12744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0" name="Google Shape;284;p18"/>
          <p:cNvGrpSpPr/>
          <p:nvPr/>
        </p:nvGrpSpPr>
        <p:grpSpPr>
          <a:xfrm>
            <a:off x="3917160" y="4514760"/>
            <a:ext cx="1309320" cy="257400"/>
            <a:chOff x="3917160" y="4514760"/>
            <a:chExt cx="1309320" cy="257400"/>
          </a:xfrm>
        </p:grpSpPr>
        <p:sp>
          <p:nvSpPr>
            <p:cNvPr id="111" name="Google Shape;285;p18"/>
            <p:cNvSpPr/>
            <p:nvPr/>
          </p:nvSpPr>
          <p:spPr>
            <a:xfrm>
              <a:off x="433656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 name="Google Shape;286;p18"/>
            <p:cNvSpPr/>
            <p:nvPr/>
          </p:nvSpPr>
          <p:spPr>
            <a:xfrm>
              <a:off x="454068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 name="Google Shape;287;p18"/>
            <p:cNvSpPr/>
            <p:nvPr/>
          </p:nvSpPr>
          <p:spPr>
            <a:xfrm>
              <a:off x="474480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 name="Google Shape;288;p18"/>
            <p:cNvSpPr/>
            <p:nvPr/>
          </p:nvSpPr>
          <p:spPr>
            <a:xfrm>
              <a:off x="494892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 name="Google Shape;289;p18"/>
            <p:cNvSpPr/>
            <p:nvPr/>
          </p:nvSpPr>
          <p:spPr>
            <a:xfrm>
              <a:off x="515304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 name="Google Shape;290;p18"/>
            <p:cNvSpPr/>
            <p:nvPr/>
          </p:nvSpPr>
          <p:spPr>
            <a:xfrm>
              <a:off x="391716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 name="Google Shape;291;p18"/>
            <p:cNvSpPr/>
            <p:nvPr/>
          </p:nvSpPr>
          <p:spPr>
            <a:xfrm>
              <a:off x="412128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 name="Google Shape;292;p18"/>
            <p:cNvSpPr/>
            <p:nvPr/>
          </p:nvSpPr>
          <p:spPr>
            <a:xfrm>
              <a:off x="432540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 name="Google Shape;293;p18"/>
            <p:cNvSpPr/>
            <p:nvPr/>
          </p:nvSpPr>
          <p:spPr>
            <a:xfrm>
              <a:off x="452952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 name="Google Shape;294;p18"/>
            <p:cNvSpPr/>
            <p:nvPr/>
          </p:nvSpPr>
          <p:spPr>
            <a:xfrm>
              <a:off x="473364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sp>
        <p:nvSpPr>
          <p:cNvPr id="12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122" name="Google Shape;305;p19"/>
          <p:cNvGrpSpPr/>
          <p:nvPr/>
        </p:nvGrpSpPr>
        <p:grpSpPr>
          <a:xfrm>
            <a:off x="7527600" y="-437040"/>
            <a:ext cx="2303280" cy="2075400"/>
            <a:chOff x="7527600" y="-437040"/>
            <a:chExt cx="2303280" cy="2075400"/>
          </a:xfrm>
        </p:grpSpPr>
        <p:sp>
          <p:nvSpPr>
            <p:cNvPr id="123" name="Google Shape;306;p19"/>
            <p:cNvSpPr/>
            <p:nvPr/>
          </p:nvSpPr>
          <p:spPr>
            <a:xfrm rot="16200000" flipH="1">
              <a:off x="7653240" y="-5796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24" name="Google Shape;307;p19"/>
            <p:cNvGrpSpPr/>
            <p:nvPr/>
          </p:nvGrpSpPr>
          <p:grpSpPr>
            <a:xfrm>
              <a:off x="7527600" y="-190440"/>
              <a:ext cx="2303280" cy="1828800"/>
              <a:chOff x="7527600" y="-190440"/>
              <a:chExt cx="2303280" cy="1828800"/>
            </a:xfrm>
          </p:grpSpPr>
          <p:sp>
            <p:nvSpPr>
              <p:cNvPr id="125" name="Google Shape;308;p19"/>
              <p:cNvSpPr/>
              <p:nvPr/>
            </p:nvSpPr>
            <p:spPr>
              <a:xfrm rot="2699400" flipH="1">
                <a:off x="8755560" y="66600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 name="Google Shape;309;p19"/>
              <p:cNvSpPr/>
              <p:nvPr/>
            </p:nvSpPr>
            <p:spPr>
              <a:xfrm>
                <a:off x="7979760" y="32904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 name="Google Shape;310;p19"/>
              <p:cNvSpPr/>
              <p:nvPr/>
            </p:nvSpPr>
            <p:spPr>
              <a:xfrm rot="2699400" flipH="1">
                <a:off x="7437960" y="16812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8" name="Google Shape;311;p19"/>
            <p:cNvSpPr/>
            <p:nvPr/>
          </p:nvSpPr>
          <p:spPr>
            <a:xfrm rot="2700000">
              <a:off x="7775640" y="-183240"/>
              <a:ext cx="770040" cy="12744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9" name="Google Shape;312;p19"/>
          <p:cNvGrpSpPr/>
          <p:nvPr/>
        </p:nvGrpSpPr>
        <p:grpSpPr>
          <a:xfrm>
            <a:off x="3505680" y="4514760"/>
            <a:ext cx="1309320" cy="257400"/>
            <a:chOff x="3505680" y="4514760"/>
            <a:chExt cx="1309320" cy="257400"/>
          </a:xfrm>
        </p:grpSpPr>
        <p:sp>
          <p:nvSpPr>
            <p:cNvPr id="130" name="Google Shape;313;p19"/>
            <p:cNvSpPr/>
            <p:nvPr/>
          </p:nvSpPr>
          <p:spPr>
            <a:xfrm>
              <a:off x="392508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 name="Google Shape;314;p19"/>
            <p:cNvSpPr/>
            <p:nvPr/>
          </p:nvSpPr>
          <p:spPr>
            <a:xfrm>
              <a:off x="412920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 name="Google Shape;315;p19"/>
            <p:cNvSpPr/>
            <p:nvPr/>
          </p:nvSpPr>
          <p:spPr>
            <a:xfrm>
              <a:off x="433332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 name="Google Shape;316;p19"/>
            <p:cNvSpPr/>
            <p:nvPr/>
          </p:nvSpPr>
          <p:spPr>
            <a:xfrm>
              <a:off x="453744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 name="Google Shape;317;p19"/>
            <p:cNvSpPr/>
            <p:nvPr/>
          </p:nvSpPr>
          <p:spPr>
            <a:xfrm>
              <a:off x="474156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 name="Google Shape;318;p19"/>
            <p:cNvSpPr/>
            <p:nvPr/>
          </p:nvSpPr>
          <p:spPr>
            <a:xfrm>
              <a:off x="350568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 name="Google Shape;319;p19"/>
            <p:cNvSpPr/>
            <p:nvPr/>
          </p:nvSpPr>
          <p:spPr>
            <a:xfrm>
              <a:off x="370980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 name="Google Shape;320;p19"/>
            <p:cNvSpPr/>
            <p:nvPr/>
          </p:nvSpPr>
          <p:spPr>
            <a:xfrm>
              <a:off x="391392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 name="Google Shape;321;p19"/>
            <p:cNvSpPr/>
            <p:nvPr/>
          </p:nvSpPr>
          <p:spPr>
            <a:xfrm>
              <a:off x="411804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 name="Google Shape;322;p19"/>
            <p:cNvSpPr/>
            <p:nvPr/>
          </p:nvSpPr>
          <p:spPr>
            <a:xfrm>
              <a:off x="432216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sp>
        <p:nvSpPr>
          <p:cNvPr id="14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141" name="Google Shape;337;p20"/>
          <p:cNvGrpSpPr/>
          <p:nvPr/>
        </p:nvGrpSpPr>
        <p:grpSpPr>
          <a:xfrm>
            <a:off x="7656480" y="-721440"/>
            <a:ext cx="1980000" cy="2320200"/>
            <a:chOff x="7656480" y="-721440"/>
            <a:chExt cx="1980000" cy="2320200"/>
          </a:xfrm>
        </p:grpSpPr>
        <p:sp>
          <p:nvSpPr>
            <p:cNvPr id="142" name="Google Shape;338;p20"/>
            <p:cNvSpPr/>
            <p:nvPr/>
          </p:nvSpPr>
          <p:spPr>
            <a:xfrm rot="16200000" flipH="1">
              <a:off x="7653240" y="-5796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3" name="Google Shape;339;p20"/>
            <p:cNvGrpSpPr/>
            <p:nvPr/>
          </p:nvGrpSpPr>
          <p:grpSpPr>
            <a:xfrm>
              <a:off x="7776000" y="-721440"/>
              <a:ext cx="1860480" cy="2320200"/>
              <a:chOff x="7776000" y="-721440"/>
              <a:chExt cx="1860480" cy="2320200"/>
            </a:xfrm>
          </p:grpSpPr>
          <p:sp>
            <p:nvSpPr>
              <p:cNvPr id="144" name="Google Shape;340;p20"/>
              <p:cNvSpPr/>
              <p:nvPr/>
            </p:nvSpPr>
            <p:spPr>
              <a:xfrm rot="2699400" flipH="1">
                <a:off x="8561160" y="90792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 name="Google Shape;341;p20"/>
              <p:cNvSpPr/>
              <p:nvPr/>
            </p:nvSpPr>
            <p:spPr>
              <a:xfrm>
                <a:off x="7776000" y="28944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 name="Google Shape;342;p20"/>
              <p:cNvSpPr/>
              <p:nvPr/>
            </p:nvSpPr>
            <p:spPr>
              <a:xfrm rot="2699400" flipH="1">
                <a:off x="7753680" y="-36252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47" name="Google Shape;343;p20"/>
            <p:cNvSpPr/>
            <p:nvPr/>
          </p:nvSpPr>
          <p:spPr>
            <a:xfrm rot="2700000">
              <a:off x="7588800" y="-171720"/>
              <a:ext cx="770040" cy="12744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148" name="PlaceHolder 1"/>
          <p:cNvSpPr>
            <a:spLocks noGrp="1"/>
          </p:cNvSpPr>
          <p:nvPr>
            <p:ph type="title"/>
          </p:nvPr>
        </p:nvSpPr>
        <p:spPr>
          <a:xfrm>
            <a:off x="733680" y="1967760"/>
            <a:ext cx="4410720" cy="136656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sp>
        <p:nvSpPr>
          <p:cNvPr id="149" name="PlaceHolder 2"/>
          <p:cNvSpPr>
            <a:spLocks noGrp="1"/>
          </p:cNvSpPr>
          <p:nvPr>
            <p:ph type="title"/>
          </p:nvPr>
        </p:nvSpPr>
        <p:spPr>
          <a:xfrm>
            <a:off x="789480" y="539640"/>
            <a:ext cx="1046520" cy="1334880"/>
          </a:xfrm>
          <a:prstGeom prst="rect">
            <a:avLst/>
          </a:prstGeom>
          <a:solidFill>
            <a:schemeClr val="lt2"/>
          </a:solidFill>
          <a:ln w="0">
            <a:noFill/>
          </a:ln>
        </p:spPr>
        <p:txBody>
          <a:bodyPr lIns="91440" tIns="91440" rIns="91440" bIns="91440" anchor="ctr">
            <a:noAutofit/>
          </a:bodyPr>
          <a:lstStyle/>
          <a:p>
            <a:pPr indent="0" algn="ctr">
              <a:lnSpc>
                <a:spcPct val="100000"/>
              </a:lnSpc>
              <a:buNone/>
            </a:pPr>
            <a:r>
              <a:rPr lang="fr-FR" sz="4500" b="0" u="none" strike="noStrike">
                <a:solidFill>
                  <a:schemeClr val="dk1"/>
                </a:solidFill>
                <a:effectLst/>
                <a:uFillTx/>
                <a:latin typeface="Archivo Black"/>
                <a:ea typeface="Archivo Black"/>
              </a:rPr>
              <a:t>xx%</a:t>
            </a:r>
            <a:endParaRPr lang="fr-FR" sz="4500" b="0" u="none" strike="noStrike">
              <a:solidFill>
                <a:schemeClr val="dk1"/>
              </a:solidFill>
              <a:effectLst/>
              <a:uFillTx/>
              <a:latin typeface="Arial"/>
            </a:endParaRPr>
          </a:p>
        </p:txBody>
      </p:sp>
      <p:sp>
        <p:nvSpPr>
          <p:cNvPr id="150" name="PlaceHolder 3"/>
          <p:cNvSpPr>
            <a:spLocks noGrp="1"/>
          </p:cNvSpPr>
          <p:nvPr>
            <p:ph type="body"/>
          </p:nvPr>
        </p:nvSpPr>
        <p:spPr>
          <a:xfrm>
            <a:off x="5397480" y="1055160"/>
            <a:ext cx="3033000" cy="3033000"/>
          </a:xfrm>
          <a:prstGeom prst="rect">
            <a:avLst/>
          </a:prstGeom>
          <a:noFill/>
          <a:ln w="38160">
            <a:solidFill>
              <a:schemeClr val="lt1"/>
            </a:solidFill>
            <a:round/>
          </a:ln>
        </p:spPr>
        <p:txBody>
          <a:bodyPr lIns="90000" tIns="45000" rIns="90000" bIns="45000" anchor="t">
            <a:normAutofit fontScale="4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151" name="Google Shape;17;p3"/>
          <p:cNvGrpSpPr/>
          <p:nvPr/>
        </p:nvGrpSpPr>
        <p:grpSpPr>
          <a:xfrm>
            <a:off x="3660480" y="399960"/>
            <a:ext cx="1309320" cy="257400"/>
            <a:chOff x="3660480" y="399960"/>
            <a:chExt cx="1309320" cy="257400"/>
          </a:xfrm>
        </p:grpSpPr>
        <p:sp>
          <p:nvSpPr>
            <p:cNvPr id="152" name="Google Shape;18;p3"/>
            <p:cNvSpPr/>
            <p:nvPr/>
          </p:nvSpPr>
          <p:spPr>
            <a:xfrm>
              <a:off x="407988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 name="Google Shape;19;p3"/>
            <p:cNvSpPr/>
            <p:nvPr/>
          </p:nvSpPr>
          <p:spPr>
            <a:xfrm>
              <a:off x="428400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 name="Google Shape;20;p3"/>
            <p:cNvSpPr/>
            <p:nvPr/>
          </p:nvSpPr>
          <p:spPr>
            <a:xfrm>
              <a:off x="448812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 name="Google Shape;21;p3"/>
            <p:cNvSpPr/>
            <p:nvPr/>
          </p:nvSpPr>
          <p:spPr>
            <a:xfrm>
              <a:off x="469224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 name="Google Shape;22;p3"/>
            <p:cNvSpPr/>
            <p:nvPr/>
          </p:nvSpPr>
          <p:spPr>
            <a:xfrm>
              <a:off x="489636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 name="Google Shape;23;p3"/>
            <p:cNvSpPr/>
            <p:nvPr/>
          </p:nvSpPr>
          <p:spPr>
            <a:xfrm>
              <a:off x="366048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 name="Google Shape;24;p3"/>
            <p:cNvSpPr/>
            <p:nvPr/>
          </p:nvSpPr>
          <p:spPr>
            <a:xfrm>
              <a:off x="386424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 name="Google Shape;25;p3"/>
            <p:cNvSpPr/>
            <p:nvPr/>
          </p:nvSpPr>
          <p:spPr>
            <a:xfrm>
              <a:off x="406836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 name="Google Shape;26;p3"/>
            <p:cNvSpPr/>
            <p:nvPr/>
          </p:nvSpPr>
          <p:spPr>
            <a:xfrm>
              <a:off x="427248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 name="Google Shape;27;p3"/>
            <p:cNvSpPr/>
            <p:nvPr/>
          </p:nvSpPr>
          <p:spPr>
            <a:xfrm>
              <a:off x="447660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11">
    <p:bg>
      <p:bgPr>
        <a:solidFill>
          <a:schemeClr val="lt1"/>
        </a:solidFill>
        <a:effectLst/>
      </p:bgPr>
    </p:bg>
    <p:spTree>
      <p:nvGrpSpPr>
        <p:cNvPr id="1" name=""/>
        <p:cNvGrpSpPr/>
        <p:nvPr/>
      </p:nvGrpSpPr>
      <p:grpSpPr>
        <a:xfrm>
          <a:off x="0" y="0"/>
          <a:ext cx="0" cy="0"/>
          <a:chOff x="0" y="0"/>
          <a:chExt cx="0" cy="0"/>
        </a:xfrm>
      </p:grpSpPr>
      <p:sp>
        <p:nvSpPr>
          <p:cNvPr id="16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163" name="Google Shape;346;p21"/>
          <p:cNvGrpSpPr/>
          <p:nvPr/>
        </p:nvGrpSpPr>
        <p:grpSpPr>
          <a:xfrm>
            <a:off x="7267320" y="-374400"/>
            <a:ext cx="2455920" cy="5138280"/>
            <a:chOff x="7267320" y="-374400"/>
            <a:chExt cx="2455920" cy="5138280"/>
          </a:xfrm>
        </p:grpSpPr>
        <p:grpSp>
          <p:nvGrpSpPr>
            <p:cNvPr id="164" name="Google Shape;347;p21"/>
            <p:cNvGrpSpPr/>
            <p:nvPr/>
          </p:nvGrpSpPr>
          <p:grpSpPr>
            <a:xfrm>
              <a:off x="7432920" y="4506480"/>
              <a:ext cx="1309320" cy="257400"/>
              <a:chOff x="7432920" y="4506480"/>
              <a:chExt cx="1309320" cy="257400"/>
            </a:xfrm>
          </p:grpSpPr>
          <p:sp>
            <p:nvSpPr>
              <p:cNvPr id="165" name="Google Shape;348;p21"/>
              <p:cNvSpPr/>
              <p:nvPr/>
            </p:nvSpPr>
            <p:spPr>
              <a:xfrm>
                <a:off x="785232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 name="Google Shape;349;p21"/>
              <p:cNvSpPr/>
              <p:nvPr/>
            </p:nvSpPr>
            <p:spPr>
              <a:xfrm>
                <a:off x="805644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 name="Google Shape;350;p21"/>
              <p:cNvSpPr/>
              <p:nvPr/>
            </p:nvSpPr>
            <p:spPr>
              <a:xfrm>
                <a:off x="826056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 name="Google Shape;351;p21"/>
              <p:cNvSpPr/>
              <p:nvPr/>
            </p:nvSpPr>
            <p:spPr>
              <a:xfrm>
                <a:off x="846468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 name="Google Shape;352;p21"/>
              <p:cNvSpPr/>
              <p:nvPr/>
            </p:nvSpPr>
            <p:spPr>
              <a:xfrm>
                <a:off x="866880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 name="Google Shape;353;p21"/>
              <p:cNvSpPr/>
              <p:nvPr/>
            </p:nvSpPr>
            <p:spPr>
              <a:xfrm>
                <a:off x="743292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 name="Google Shape;354;p21"/>
              <p:cNvSpPr/>
              <p:nvPr/>
            </p:nvSpPr>
            <p:spPr>
              <a:xfrm>
                <a:off x="763704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 name="Google Shape;355;p21"/>
              <p:cNvSpPr/>
              <p:nvPr/>
            </p:nvSpPr>
            <p:spPr>
              <a:xfrm>
                <a:off x="784116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 name="Google Shape;356;p21"/>
              <p:cNvSpPr/>
              <p:nvPr/>
            </p:nvSpPr>
            <p:spPr>
              <a:xfrm>
                <a:off x="804528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 name="Google Shape;357;p21"/>
              <p:cNvSpPr/>
              <p:nvPr/>
            </p:nvSpPr>
            <p:spPr>
              <a:xfrm>
                <a:off x="824940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75" name="Google Shape;358;p21"/>
            <p:cNvGrpSpPr/>
            <p:nvPr/>
          </p:nvGrpSpPr>
          <p:grpSpPr>
            <a:xfrm>
              <a:off x="7267320" y="-374400"/>
              <a:ext cx="2455920" cy="1917000"/>
              <a:chOff x="7267320" y="-374400"/>
              <a:chExt cx="2455920" cy="1917000"/>
            </a:xfrm>
          </p:grpSpPr>
          <p:sp>
            <p:nvSpPr>
              <p:cNvPr id="176" name="Google Shape;359;p21"/>
              <p:cNvSpPr/>
              <p:nvPr/>
            </p:nvSpPr>
            <p:spPr>
              <a:xfrm rot="16200000" flipH="1">
                <a:off x="7653240" y="-828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 name="Google Shape;360;p21"/>
              <p:cNvSpPr/>
              <p:nvPr/>
            </p:nvSpPr>
            <p:spPr>
              <a:xfrm rot="2699400" flipH="1">
                <a:off x="8647920" y="63432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 name="Google Shape;361;p21"/>
              <p:cNvSpPr/>
              <p:nvPr/>
            </p:nvSpPr>
            <p:spPr>
              <a:xfrm>
                <a:off x="7719480" y="14544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 name="Google Shape;362;p21"/>
              <p:cNvSpPr/>
              <p:nvPr/>
            </p:nvSpPr>
            <p:spPr>
              <a:xfrm rot="2699400" flipH="1">
                <a:off x="7177680" y="-1548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12_1">
    <p:bg>
      <p:bgPr>
        <a:solidFill>
          <a:schemeClr val="lt1"/>
        </a:solidFill>
        <a:effectLst/>
      </p:bgPr>
    </p:bg>
    <p:spTree>
      <p:nvGrpSpPr>
        <p:cNvPr id="1" name=""/>
        <p:cNvGrpSpPr/>
        <p:nvPr/>
      </p:nvGrpSpPr>
      <p:grpSpPr>
        <a:xfrm>
          <a:off x="0" y="0"/>
          <a:ext cx="0" cy="0"/>
          <a:chOff x="0" y="0"/>
          <a:chExt cx="0" cy="0"/>
        </a:xfrm>
      </p:grpSpPr>
      <p:sp>
        <p:nvSpPr>
          <p:cNvPr id="180" name="PlaceHolder 1"/>
          <p:cNvSpPr>
            <a:spLocks noGrp="1"/>
          </p:cNvSpPr>
          <p:nvPr>
            <p:ph type="title"/>
          </p:nvPr>
        </p:nvSpPr>
        <p:spPr>
          <a:xfrm>
            <a:off x="720000" y="1222920"/>
            <a:ext cx="4275720" cy="173376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sp>
        <p:nvSpPr>
          <p:cNvPr id="181" name="PlaceHolder 2"/>
          <p:cNvSpPr>
            <a:spLocks noGrp="1"/>
          </p:cNvSpPr>
          <p:nvPr>
            <p:ph type="body"/>
          </p:nvPr>
        </p:nvSpPr>
        <p:spPr>
          <a:xfrm>
            <a:off x="5397480" y="1055160"/>
            <a:ext cx="3033000" cy="3033000"/>
          </a:xfrm>
          <a:prstGeom prst="rect">
            <a:avLst/>
          </a:prstGeom>
          <a:noFill/>
          <a:ln w="38160">
            <a:solidFill>
              <a:schemeClr val="lt1"/>
            </a:solidFill>
            <a:round/>
          </a:ln>
        </p:spPr>
        <p:txBody>
          <a:bodyPr lIns="90000" tIns="45000" rIns="90000" bIns="45000" anchor="t">
            <a:normAutofit fontScale="4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182" name="Google Shape;367;p22"/>
          <p:cNvGrpSpPr/>
          <p:nvPr/>
        </p:nvGrpSpPr>
        <p:grpSpPr>
          <a:xfrm>
            <a:off x="5362560" y="4349160"/>
            <a:ext cx="1309320" cy="257400"/>
            <a:chOff x="5362560" y="4349160"/>
            <a:chExt cx="1309320" cy="257400"/>
          </a:xfrm>
        </p:grpSpPr>
        <p:sp>
          <p:nvSpPr>
            <p:cNvPr id="183" name="Google Shape;368;p22"/>
            <p:cNvSpPr/>
            <p:nvPr/>
          </p:nvSpPr>
          <p:spPr>
            <a:xfrm flipV="1">
              <a:off x="578196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 name="Google Shape;369;p22"/>
            <p:cNvSpPr/>
            <p:nvPr/>
          </p:nvSpPr>
          <p:spPr>
            <a:xfrm flipV="1">
              <a:off x="598608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 name="Google Shape;370;p22"/>
            <p:cNvSpPr/>
            <p:nvPr/>
          </p:nvSpPr>
          <p:spPr>
            <a:xfrm flipV="1">
              <a:off x="619020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 name="Google Shape;371;p22"/>
            <p:cNvSpPr/>
            <p:nvPr/>
          </p:nvSpPr>
          <p:spPr>
            <a:xfrm flipV="1">
              <a:off x="639432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 name="Google Shape;372;p22"/>
            <p:cNvSpPr/>
            <p:nvPr/>
          </p:nvSpPr>
          <p:spPr>
            <a:xfrm flipV="1">
              <a:off x="6598440" y="4533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 name="Google Shape;373;p22"/>
            <p:cNvSpPr/>
            <p:nvPr/>
          </p:nvSpPr>
          <p:spPr>
            <a:xfrm flipV="1">
              <a:off x="536256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 name="Google Shape;374;p22"/>
            <p:cNvSpPr/>
            <p:nvPr/>
          </p:nvSpPr>
          <p:spPr>
            <a:xfrm flipV="1">
              <a:off x="556668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 name="Google Shape;375;p22"/>
            <p:cNvSpPr/>
            <p:nvPr/>
          </p:nvSpPr>
          <p:spPr>
            <a:xfrm flipV="1">
              <a:off x="577080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 name="Google Shape;376;p22"/>
            <p:cNvSpPr/>
            <p:nvPr/>
          </p:nvSpPr>
          <p:spPr>
            <a:xfrm flipV="1">
              <a:off x="597492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 name="Google Shape;377;p22"/>
            <p:cNvSpPr/>
            <p:nvPr/>
          </p:nvSpPr>
          <p:spPr>
            <a:xfrm flipV="1">
              <a:off x="6179040" y="43491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4_1">
    <p:bg>
      <p:bgPr>
        <a:solidFill>
          <a:schemeClr val="lt1"/>
        </a:solidFill>
        <a:effectLst/>
      </p:bgPr>
    </p:bg>
    <p:spTree>
      <p:nvGrpSpPr>
        <p:cNvPr id="1" name=""/>
        <p:cNvGrpSpPr/>
        <p:nvPr/>
      </p:nvGrpSpPr>
      <p:grpSpPr>
        <a:xfrm>
          <a:off x="0" y="0"/>
          <a:ext cx="0" cy="0"/>
          <a:chOff x="0" y="0"/>
          <a:chExt cx="0" cy="0"/>
        </a:xfrm>
      </p:grpSpPr>
      <p:sp>
        <p:nvSpPr>
          <p:cNvPr id="193" name="PlaceHolder 1"/>
          <p:cNvSpPr>
            <a:spLocks noGrp="1"/>
          </p:cNvSpPr>
          <p:nvPr>
            <p:ph type="title"/>
          </p:nvPr>
        </p:nvSpPr>
        <p:spPr>
          <a:xfrm>
            <a:off x="720000" y="1477080"/>
            <a:ext cx="3045600" cy="70596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grpSp>
        <p:nvGrpSpPr>
          <p:cNvPr id="194" name="Google Shape;381;p23"/>
          <p:cNvGrpSpPr/>
          <p:nvPr/>
        </p:nvGrpSpPr>
        <p:grpSpPr>
          <a:xfrm>
            <a:off x="5173200" y="268920"/>
            <a:ext cx="1309320" cy="257400"/>
            <a:chOff x="5173200" y="268920"/>
            <a:chExt cx="1309320" cy="257400"/>
          </a:xfrm>
        </p:grpSpPr>
        <p:sp>
          <p:nvSpPr>
            <p:cNvPr id="195" name="Google Shape;382;p23"/>
            <p:cNvSpPr/>
            <p:nvPr/>
          </p:nvSpPr>
          <p:spPr>
            <a:xfrm flipV="1">
              <a:off x="5592600" y="4528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 name="Google Shape;383;p23"/>
            <p:cNvSpPr/>
            <p:nvPr/>
          </p:nvSpPr>
          <p:spPr>
            <a:xfrm flipV="1">
              <a:off x="5796720" y="4528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 name="Google Shape;384;p23"/>
            <p:cNvSpPr/>
            <p:nvPr/>
          </p:nvSpPr>
          <p:spPr>
            <a:xfrm flipV="1">
              <a:off x="6000840" y="4528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8" name="Google Shape;385;p23"/>
            <p:cNvSpPr/>
            <p:nvPr/>
          </p:nvSpPr>
          <p:spPr>
            <a:xfrm flipV="1">
              <a:off x="6204960" y="4528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9" name="Google Shape;386;p23"/>
            <p:cNvSpPr/>
            <p:nvPr/>
          </p:nvSpPr>
          <p:spPr>
            <a:xfrm flipV="1">
              <a:off x="6409080" y="4528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 name="Google Shape;387;p23"/>
            <p:cNvSpPr/>
            <p:nvPr/>
          </p:nvSpPr>
          <p:spPr>
            <a:xfrm flipV="1">
              <a:off x="5173200" y="268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 name="Google Shape;388;p23"/>
            <p:cNvSpPr/>
            <p:nvPr/>
          </p:nvSpPr>
          <p:spPr>
            <a:xfrm flipV="1">
              <a:off x="5377320" y="268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2" name="Google Shape;389;p23"/>
            <p:cNvSpPr/>
            <p:nvPr/>
          </p:nvSpPr>
          <p:spPr>
            <a:xfrm flipV="1">
              <a:off x="5581440" y="268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3" name="Google Shape;390;p23"/>
            <p:cNvSpPr/>
            <p:nvPr/>
          </p:nvSpPr>
          <p:spPr>
            <a:xfrm flipV="1">
              <a:off x="5785560" y="268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4" name="Google Shape;391;p23"/>
            <p:cNvSpPr/>
            <p:nvPr/>
          </p:nvSpPr>
          <p:spPr>
            <a:xfrm flipV="1">
              <a:off x="5989680" y="268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205" name="PlaceHolder 1"/>
          <p:cNvSpPr>
            <a:spLocks noGrp="1"/>
          </p:cNvSpPr>
          <p:nvPr>
            <p:ph type="title"/>
          </p:nvPr>
        </p:nvSpPr>
        <p:spPr>
          <a:xfrm>
            <a:off x="713160" y="539640"/>
            <a:ext cx="4632120" cy="1058400"/>
          </a:xfrm>
          <a:prstGeom prst="rect">
            <a:avLst/>
          </a:prstGeom>
          <a:noFill/>
          <a:ln w="0">
            <a:noFill/>
          </a:ln>
        </p:spPr>
        <p:txBody>
          <a:bodyPr lIns="91440" tIns="91440" rIns="91440" bIns="91440" anchor="t">
            <a:noAutofit/>
          </a:bodyPr>
          <a:lstStyle/>
          <a:p>
            <a:pPr indent="0">
              <a:buNone/>
            </a:pPr>
            <a:r>
              <a:rPr lang="fr-FR" sz="5400" b="0" u="none" strike="noStrike">
                <a:solidFill>
                  <a:schemeClr val="dk1"/>
                </a:solidFill>
                <a:effectLst/>
                <a:uFillTx/>
                <a:latin typeface="Arial"/>
              </a:rPr>
              <a:t>Click to edit the title text format</a:t>
            </a:r>
          </a:p>
        </p:txBody>
      </p:sp>
      <p:sp>
        <p:nvSpPr>
          <p:cNvPr id="206" name="PlaceHolder 2"/>
          <p:cNvSpPr>
            <a:spLocks noGrp="1"/>
          </p:cNvSpPr>
          <p:nvPr>
            <p:ph type="body"/>
          </p:nvPr>
        </p:nvSpPr>
        <p:spPr>
          <a:xfrm>
            <a:off x="5397480" y="1055160"/>
            <a:ext cx="3033000" cy="3033000"/>
          </a:xfrm>
          <a:prstGeom prst="rect">
            <a:avLst/>
          </a:prstGeom>
          <a:noFill/>
          <a:ln w="38160">
            <a:solidFill>
              <a:schemeClr val="lt1"/>
            </a:solidFill>
            <a:round/>
          </a:ln>
        </p:spPr>
        <p:txBody>
          <a:bodyPr lIns="90000" tIns="45000" rIns="90000" bIns="45000" anchor="t">
            <a:normAutofit fontScale="4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207" name="Google Shape;396;p24"/>
          <p:cNvGrpSpPr/>
          <p:nvPr/>
        </p:nvGrpSpPr>
        <p:grpSpPr>
          <a:xfrm>
            <a:off x="5143320" y="399960"/>
            <a:ext cx="1309680" cy="257400"/>
            <a:chOff x="5143320" y="399960"/>
            <a:chExt cx="1309680" cy="257400"/>
          </a:xfrm>
        </p:grpSpPr>
        <p:sp>
          <p:nvSpPr>
            <p:cNvPr id="208" name="Google Shape;397;p24"/>
            <p:cNvSpPr/>
            <p:nvPr/>
          </p:nvSpPr>
          <p:spPr>
            <a:xfrm>
              <a:off x="556308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 name="Google Shape;398;p24"/>
            <p:cNvSpPr/>
            <p:nvPr/>
          </p:nvSpPr>
          <p:spPr>
            <a:xfrm>
              <a:off x="576720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 name="Google Shape;399;p24"/>
            <p:cNvSpPr/>
            <p:nvPr/>
          </p:nvSpPr>
          <p:spPr>
            <a:xfrm>
              <a:off x="597132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 name="Google Shape;400;p24"/>
            <p:cNvSpPr/>
            <p:nvPr/>
          </p:nvSpPr>
          <p:spPr>
            <a:xfrm>
              <a:off x="617544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 name="Google Shape;401;p24"/>
            <p:cNvSpPr/>
            <p:nvPr/>
          </p:nvSpPr>
          <p:spPr>
            <a:xfrm>
              <a:off x="6379560" y="3999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3" name="Google Shape;402;p24"/>
            <p:cNvSpPr/>
            <p:nvPr/>
          </p:nvSpPr>
          <p:spPr>
            <a:xfrm>
              <a:off x="514332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4" name="Google Shape;403;p24"/>
            <p:cNvSpPr/>
            <p:nvPr/>
          </p:nvSpPr>
          <p:spPr>
            <a:xfrm>
              <a:off x="534744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5" name="Google Shape;404;p24"/>
            <p:cNvSpPr/>
            <p:nvPr/>
          </p:nvSpPr>
          <p:spPr>
            <a:xfrm>
              <a:off x="555156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 name="Google Shape;405;p24"/>
            <p:cNvSpPr/>
            <p:nvPr/>
          </p:nvSpPr>
          <p:spPr>
            <a:xfrm>
              <a:off x="575568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 name="Google Shape;406;p24"/>
            <p:cNvSpPr/>
            <p:nvPr/>
          </p:nvSpPr>
          <p:spPr>
            <a:xfrm>
              <a:off x="5959800" y="5839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18" name="Google Shape;407;p24"/>
          <p:cNvSpPr/>
          <p:nvPr/>
        </p:nvSpPr>
        <p:spPr>
          <a:xfrm>
            <a:off x="713160" y="3643920"/>
            <a:ext cx="3604680" cy="690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15000"/>
              </a:lnSpc>
              <a:spcBef>
                <a:spcPts val="300"/>
              </a:spcBef>
              <a:tabLst>
                <a:tab pos="0" algn="l"/>
              </a:tabLst>
            </a:pPr>
            <a:r>
              <a:rPr lang="en" sz="1000" b="1" u="none" strike="noStrike">
                <a:solidFill>
                  <a:schemeClr val="dk1"/>
                </a:solidFill>
                <a:effectLst/>
                <a:uFillTx/>
                <a:latin typeface="Manrope"/>
                <a:ea typeface="Manrope"/>
              </a:rPr>
              <a:t>CREDITS:</a:t>
            </a:r>
            <a:r>
              <a:rPr lang="en" sz="1000" b="0" u="none" strike="noStrike">
                <a:solidFill>
                  <a:schemeClr val="dk1"/>
                </a:solidFill>
                <a:effectLst/>
                <a:uFillTx/>
                <a:latin typeface="Manrope"/>
                <a:ea typeface="Manrope"/>
              </a:rPr>
              <a:t> This presentation template was created by </a:t>
            </a:r>
            <a:r>
              <a:rPr lang="en" sz="1000" b="1" u="sng" strike="noStrike">
                <a:solidFill>
                  <a:schemeClr val="hlink"/>
                </a:solidFill>
                <a:effectLst/>
                <a:uFillTx/>
                <a:latin typeface="Manrope"/>
                <a:ea typeface="Manrope"/>
                <a:hlinkClick r:id="rId2"/>
              </a:rPr>
              <a:t>Slidesgo</a:t>
            </a:r>
            <a:r>
              <a:rPr lang="en" sz="1000" b="0" u="none" strike="noStrike">
                <a:solidFill>
                  <a:schemeClr val="dk1"/>
                </a:solidFill>
                <a:effectLst/>
                <a:uFillTx/>
                <a:latin typeface="Manrope"/>
                <a:ea typeface="Manrope"/>
              </a:rPr>
              <a:t>, and includes icons by </a:t>
            </a:r>
            <a:r>
              <a:rPr lang="en" sz="1000" b="1" u="sng" strike="noStrike">
                <a:solidFill>
                  <a:schemeClr val="dk1"/>
                </a:solidFill>
                <a:effectLst/>
                <a:uFillTx/>
                <a:latin typeface="Manrope"/>
                <a:ea typeface="Manrope"/>
                <a:hlinkClick r:id="rId3"/>
              </a:rPr>
              <a:t>Flaticon</a:t>
            </a:r>
            <a:r>
              <a:rPr lang="en" sz="1000" b="0" u="none" strike="noStrike">
                <a:solidFill>
                  <a:schemeClr val="dk1"/>
                </a:solidFill>
                <a:effectLst/>
                <a:uFillTx/>
                <a:latin typeface="Manrope"/>
                <a:ea typeface="Manrope"/>
              </a:rPr>
              <a:t>, and infographics &amp; images by </a:t>
            </a:r>
            <a:r>
              <a:rPr lang="en" sz="1000" b="1" u="sng" strike="noStrike">
                <a:solidFill>
                  <a:schemeClr val="dk1"/>
                </a:solidFill>
                <a:effectLst/>
                <a:uFillTx/>
                <a:latin typeface="Manrope"/>
                <a:ea typeface="Manrope"/>
                <a:hlinkClick r:id="rId4"/>
              </a:rPr>
              <a:t>Freepik</a:t>
            </a:r>
            <a:r>
              <a:rPr lang="en" sz="1000" b="0" u="sng" strike="noStrike">
                <a:solidFill>
                  <a:schemeClr val="dk1"/>
                </a:solidFill>
                <a:effectLst/>
                <a:uFillTx/>
                <a:latin typeface="Manrope"/>
                <a:ea typeface="Manrope"/>
              </a:rPr>
              <a:t> </a:t>
            </a:r>
            <a:endParaRPr lang="en-US" sz="1000" b="0" u="none" strike="noStrike">
              <a:solidFill>
                <a:srgbClr val="000000"/>
              </a:solidFill>
              <a:effectLst/>
              <a:uFillTx/>
              <a:latin typeface="OpenSymbo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grpSp>
        <p:nvGrpSpPr>
          <p:cNvPr id="219" name="Google Shape;409;p25"/>
          <p:cNvGrpSpPr/>
          <p:nvPr/>
        </p:nvGrpSpPr>
        <p:grpSpPr>
          <a:xfrm>
            <a:off x="7267320" y="-374400"/>
            <a:ext cx="2455920" cy="5138280"/>
            <a:chOff x="7267320" y="-374400"/>
            <a:chExt cx="2455920" cy="5138280"/>
          </a:xfrm>
        </p:grpSpPr>
        <p:grpSp>
          <p:nvGrpSpPr>
            <p:cNvPr id="220" name="Google Shape;410;p25"/>
            <p:cNvGrpSpPr/>
            <p:nvPr/>
          </p:nvGrpSpPr>
          <p:grpSpPr>
            <a:xfrm>
              <a:off x="7432920" y="4506480"/>
              <a:ext cx="1309320" cy="257400"/>
              <a:chOff x="7432920" y="4506480"/>
              <a:chExt cx="1309320" cy="257400"/>
            </a:xfrm>
          </p:grpSpPr>
          <p:sp>
            <p:nvSpPr>
              <p:cNvPr id="221" name="Google Shape;411;p25"/>
              <p:cNvSpPr/>
              <p:nvPr/>
            </p:nvSpPr>
            <p:spPr>
              <a:xfrm>
                <a:off x="785232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2" name="Google Shape;412;p25"/>
              <p:cNvSpPr/>
              <p:nvPr/>
            </p:nvSpPr>
            <p:spPr>
              <a:xfrm>
                <a:off x="805644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3" name="Google Shape;413;p25"/>
              <p:cNvSpPr/>
              <p:nvPr/>
            </p:nvSpPr>
            <p:spPr>
              <a:xfrm>
                <a:off x="826056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4" name="Google Shape;414;p25"/>
              <p:cNvSpPr/>
              <p:nvPr/>
            </p:nvSpPr>
            <p:spPr>
              <a:xfrm>
                <a:off x="846468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5" name="Google Shape;415;p25"/>
              <p:cNvSpPr/>
              <p:nvPr/>
            </p:nvSpPr>
            <p:spPr>
              <a:xfrm>
                <a:off x="8668800" y="4506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6" name="Google Shape;416;p25"/>
              <p:cNvSpPr/>
              <p:nvPr/>
            </p:nvSpPr>
            <p:spPr>
              <a:xfrm>
                <a:off x="743292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 name="Google Shape;417;p25"/>
              <p:cNvSpPr/>
              <p:nvPr/>
            </p:nvSpPr>
            <p:spPr>
              <a:xfrm>
                <a:off x="763704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 name="Google Shape;418;p25"/>
              <p:cNvSpPr/>
              <p:nvPr/>
            </p:nvSpPr>
            <p:spPr>
              <a:xfrm>
                <a:off x="784116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 name="Google Shape;419;p25"/>
              <p:cNvSpPr/>
              <p:nvPr/>
            </p:nvSpPr>
            <p:spPr>
              <a:xfrm>
                <a:off x="804528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 name="Google Shape;420;p25"/>
              <p:cNvSpPr/>
              <p:nvPr/>
            </p:nvSpPr>
            <p:spPr>
              <a:xfrm>
                <a:off x="8249400" y="4690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31" name="Google Shape;421;p25"/>
            <p:cNvGrpSpPr/>
            <p:nvPr/>
          </p:nvGrpSpPr>
          <p:grpSpPr>
            <a:xfrm>
              <a:off x="7267320" y="-374400"/>
              <a:ext cx="2455920" cy="1917000"/>
              <a:chOff x="7267320" y="-374400"/>
              <a:chExt cx="2455920" cy="1917000"/>
            </a:xfrm>
          </p:grpSpPr>
          <p:sp>
            <p:nvSpPr>
              <p:cNvPr id="232" name="Google Shape;422;p25"/>
              <p:cNvSpPr/>
              <p:nvPr/>
            </p:nvSpPr>
            <p:spPr>
              <a:xfrm rot="16200000" flipH="1">
                <a:off x="7653240" y="-828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3" name="Google Shape;423;p25"/>
              <p:cNvSpPr/>
              <p:nvPr/>
            </p:nvSpPr>
            <p:spPr>
              <a:xfrm rot="2699400" flipH="1">
                <a:off x="8647920" y="63432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 name="Google Shape;424;p25"/>
              <p:cNvSpPr/>
              <p:nvPr/>
            </p:nvSpPr>
            <p:spPr>
              <a:xfrm>
                <a:off x="7719480" y="14544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5" name="Google Shape;425;p25"/>
              <p:cNvSpPr/>
              <p:nvPr/>
            </p:nvSpPr>
            <p:spPr>
              <a:xfrm rot="2699400" flipH="1">
                <a:off x="7177680" y="-1548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grpSp>
        <p:nvGrpSpPr>
          <p:cNvPr id="236" name="Google Shape;427;p26"/>
          <p:cNvGrpSpPr/>
          <p:nvPr/>
        </p:nvGrpSpPr>
        <p:grpSpPr>
          <a:xfrm>
            <a:off x="7267320" y="387360"/>
            <a:ext cx="2455920" cy="5138280"/>
            <a:chOff x="7267320" y="387360"/>
            <a:chExt cx="2455920" cy="5138280"/>
          </a:xfrm>
        </p:grpSpPr>
        <p:grpSp>
          <p:nvGrpSpPr>
            <p:cNvPr id="237" name="Google Shape;428;p26"/>
            <p:cNvGrpSpPr/>
            <p:nvPr/>
          </p:nvGrpSpPr>
          <p:grpSpPr>
            <a:xfrm>
              <a:off x="7432920" y="387360"/>
              <a:ext cx="1309320" cy="257400"/>
              <a:chOff x="7432920" y="387360"/>
              <a:chExt cx="1309320" cy="257400"/>
            </a:xfrm>
          </p:grpSpPr>
          <p:sp>
            <p:nvSpPr>
              <p:cNvPr id="238" name="Google Shape;429;p26"/>
              <p:cNvSpPr/>
              <p:nvPr/>
            </p:nvSpPr>
            <p:spPr>
              <a:xfrm flipV="1">
                <a:off x="785232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9" name="Google Shape;430;p26"/>
              <p:cNvSpPr/>
              <p:nvPr/>
            </p:nvSpPr>
            <p:spPr>
              <a:xfrm flipV="1">
                <a:off x="805644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0" name="Google Shape;431;p26"/>
              <p:cNvSpPr/>
              <p:nvPr/>
            </p:nvSpPr>
            <p:spPr>
              <a:xfrm flipV="1">
                <a:off x="826056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1" name="Google Shape;432;p26"/>
              <p:cNvSpPr/>
              <p:nvPr/>
            </p:nvSpPr>
            <p:spPr>
              <a:xfrm flipV="1">
                <a:off x="846468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2" name="Google Shape;433;p26"/>
              <p:cNvSpPr/>
              <p:nvPr/>
            </p:nvSpPr>
            <p:spPr>
              <a:xfrm flipV="1">
                <a:off x="866880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3" name="Google Shape;434;p26"/>
              <p:cNvSpPr/>
              <p:nvPr/>
            </p:nvSpPr>
            <p:spPr>
              <a:xfrm flipV="1">
                <a:off x="743292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 name="Google Shape;435;p26"/>
              <p:cNvSpPr/>
              <p:nvPr/>
            </p:nvSpPr>
            <p:spPr>
              <a:xfrm flipV="1">
                <a:off x="763704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 name="Google Shape;436;p26"/>
              <p:cNvSpPr/>
              <p:nvPr/>
            </p:nvSpPr>
            <p:spPr>
              <a:xfrm flipV="1">
                <a:off x="784116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 name="Google Shape;437;p26"/>
              <p:cNvSpPr/>
              <p:nvPr/>
            </p:nvSpPr>
            <p:spPr>
              <a:xfrm flipV="1">
                <a:off x="804528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 name="Google Shape;438;p26"/>
              <p:cNvSpPr/>
              <p:nvPr/>
            </p:nvSpPr>
            <p:spPr>
              <a:xfrm flipV="1">
                <a:off x="824940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48" name="Google Shape;439;p26"/>
            <p:cNvGrpSpPr/>
            <p:nvPr/>
          </p:nvGrpSpPr>
          <p:grpSpPr>
            <a:xfrm>
              <a:off x="7267320" y="3608280"/>
              <a:ext cx="2455920" cy="1917360"/>
              <a:chOff x="7267320" y="3608280"/>
              <a:chExt cx="2455920" cy="1917360"/>
            </a:xfrm>
          </p:grpSpPr>
          <p:sp>
            <p:nvSpPr>
              <p:cNvPr id="249" name="Google Shape;440;p26"/>
              <p:cNvSpPr/>
              <p:nvPr/>
            </p:nvSpPr>
            <p:spPr>
              <a:xfrm rot="5400000" flipH="1" flipV="1">
                <a:off x="7653240" y="361080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0" name="Google Shape;441;p26"/>
              <p:cNvSpPr/>
              <p:nvPr/>
            </p:nvSpPr>
            <p:spPr>
              <a:xfrm rot="18900600" flipH="1" flipV="1">
                <a:off x="8648640" y="425484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1" name="Google Shape;442;p26"/>
              <p:cNvSpPr/>
              <p:nvPr/>
            </p:nvSpPr>
            <p:spPr>
              <a:xfrm flipV="1">
                <a:off x="7719480" y="369612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2" name="Google Shape;443;p26"/>
              <p:cNvSpPr/>
              <p:nvPr/>
            </p:nvSpPr>
            <p:spPr>
              <a:xfrm rot="18900600" flipH="1" flipV="1">
                <a:off x="7177680" y="496476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25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254" name="PlaceHolder 2"/>
          <p:cNvSpPr>
            <a:spLocks noGrp="1"/>
          </p:cNvSpPr>
          <p:nvPr>
            <p:ph type="body"/>
          </p:nvPr>
        </p:nvSpPr>
        <p:spPr>
          <a:xfrm>
            <a:off x="720000" y="1278000"/>
            <a:ext cx="4801680" cy="27414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grpSp>
        <p:nvGrpSpPr>
          <p:cNvPr id="255" name="Google Shape;31;p4"/>
          <p:cNvGrpSpPr/>
          <p:nvPr/>
        </p:nvGrpSpPr>
        <p:grpSpPr>
          <a:xfrm>
            <a:off x="6674040" y="-721440"/>
            <a:ext cx="2962440" cy="5493600"/>
            <a:chOff x="6674040" y="-721440"/>
            <a:chExt cx="2962440" cy="5493600"/>
          </a:xfrm>
        </p:grpSpPr>
        <p:grpSp>
          <p:nvGrpSpPr>
            <p:cNvPr id="256" name="Google Shape;32;p4"/>
            <p:cNvGrpSpPr/>
            <p:nvPr/>
          </p:nvGrpSpPr>
          <p:grpSpPr>
            <a:xfrm>
              <a:off x="7656480" y="-721440"/>
              <a:ext cx="1980000" cy="2320200"/>
              <a:chOff x="7656480" y="-721440"/>
              <a:chExt cx="1980000" cy="2320200"/>
            </a:xfrm>
          </p:grpSpPr>
          <p:sp>
            <p:nvSpPr>
              <p:cNvPr id="257" name="Google Shape;33;p4"/>
              <p:cNvSpPr/>
              <p:nvPr/>
            </p:nvSpPr>
            <p:spPr>
              <a:xfrm rot="16200000" flipH="1">
                <a:off x="7653240" y="-5796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58" name="Google Shape;34;p4"/>
              <p:cNvGrpSpPr/>
              <p:nvPr/>
            </p:nvGrpSpPr>
            <p:grpSpPr>
              <a:xfrm>
                <a:off x="7776000" y="-721440"/>
                <a:ext cx="1860480" cy="2320200"/>
                <a:chOff x="7776000" y="-721440"/>
                <a:chExt cx="1860480" cy="2320200"/>
              </a:xfrm>
            </p:grpSpPr>
            <p:sp>
              <p:nvSpPr>
                <p:cNvPr id="259" name="Google Shape;35;p4"/>
                <p:cNvSpPr/>
                <p:nvPr/>
              </p:nvSpPr>
              <p:spPr>
                <a:xfrm rot="2699400" flipH="1">
                  <a:off x="8561160" y="90792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0" name="Google Shape;36;p4"/>
                <p:cNvSpPr/>
                <p:nvPr/>
              </p:nvSpPr>
              <p:spPr>
                <a:xfrm>
                  <a:off x="7776000" y="28944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1" name="Google Shape;37;p4"/>
                <p:cNvSpPr/>
                <p:nvPr/>
              </p:nvSpPr>
              <p:spPr>
                <a:xfrm rot="2699400" flipH="1">
                  <a:off x="7753680" y="-36252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62" name="Google Shape;38;p4"/>
              <p:cNvSpPr/>
              <p:nvPr/>
            </p:nvSpPr>
            <p:spPr>
              <a:xfrm rot="2700000">
                <a:off x="7588800" y="-171720"/>
                <a:ext cx="770040" cy="12744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63" name="Google Shape;39;p4"/>
            <p:cNvGrpSpPr/>
            <p:nvPr/>
          </p:nvGrpSpPr>
          <p:grpSpPr>
            <a:xfrm>
              <a:off x="6674040" y="4514760"/>
              <a:ext cx="1309320" cy="257400"/>
              <a:chOff x="6674040" y="4514760"/>
              <a:chExt cx="1309320" cy="257400"/>
            </a:xfrm>
          </p:grpSpPr>
          <p:sp>
            <p:nvSpPr>
              <p:cNvPr id="264" name="Google Shape;40;p4"/>
              <p:cNvSpPr/>
              <p:nvPr/>
            </p:nvSpPr>
            <p:spPr>
              <a:xfrm>
                <a:off x="709344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5" name="Google Shape;41;p4"/>
              <p:cNvSpPr/>
              <p:nvPr/>
            </p:nvSpPr>
            <p:spPr>
              <a:xfrm>
                <a:off x="729756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6" name="Google Shape;42;p4"/>
              <p:cNvSpPr/>
              <p:nvPr/>
            </p:nvSpPr>
            <p:spPr>
              <a:xfrm>
                <a:off x="750168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7" name="Google Shape;43;p4"/>
              <p:cNvSpPr/>
              <p:nvPr/>
            </p:nvSpPr>
            <p:spPr>
              <a:xfrm>
                <a:off x="770580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8" name="Google Shape;44;p4"/>
              <p:cNvSpPr/>
              <p:nvPr/>
            </p:nvSpPr>
            <p:spPr>
              <a:xfrm>
                <a:off x="790992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9" name="Google Shape;45;p4"/>
              <p:cNvSpPr/>
              <p:nvPr/>
            </p:nvSpPr>
            <p:spPr>
              <a:xfrm>
                <a:off x="667404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0" name="Google Shape;46;p4"/>
              <p:cNvSpPr/>
              <p:nvPr/>
            </p:nvSpPr>
            <p:spPr>
              <a:xfrm>
                <a:off x="687816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1" name="Google Shape;47;p4"/>
              <p:cNvSpPr/>
              <p:nvPr/>
            </p:nvSpPr>
            <p:spPr>
              <a:xfrm>
                <a:off x="708228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2" name="Google Shape;48;p4"/>
              <p:cNvSpPr/>
              <p:nvPr/>
            </p:nvSpPr>
            <p:spPr>
              <a:xfrm>
                <a:off x="728640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3" name="Google Shape;49;p4"/>
              <p:cNvSpPr/>
              <p:nvPr/>
            </p:nvSpPr>
            <p:spPr>
              <a:xfrm>
                <a:off x="749052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27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275" name="Google Shape;56;p5"/>
          <p:cNvGrpSpPr/>
          <p:nvPr/>
        </p:nvGrpSpPr>
        <p:grpSpPr>
          <a:xfrm>
            <a:off x="7656480" y="-721440"/>
            <a:ext cx="1980000" cy="2320200"/>
            <a:chOff x="7656480" y="-721440"/>
            <a:chExt cx="1980000" cy="2320200"/>
          </a:xfrm>
        </p:grpSpPr>
        <p:sp>
          <p:nvSpPr>
            <p:cNvPr id="276" name="Google Shape;57;p5"/>
            <p:cNvSpPr/>
            <p:nvPr/>
          </p:nvSpPr>
          <p:spPr>
            <a:xfrm rot="16200000" flipH="1">
              <a:off x="7653240" y="-5796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77" name="Google Shape;58;p5"/>
            <p:cNvGrpSpPr/>
            <p:nvPr/>
          </p:nvGrpSpPr>
          <p:grpSpPr>
            <a:xfrm>
              <a:off x="7776000" y="-721440"/>
              <a:ext cx="1860480" cy="2320200"/>
              <a:chOff x="7776000" y="-721440"/>
              <a:chExt cx="1860480" cy="2320200"/>
            </a:xfrm>
          </p:grpSpPr>
          <p:sp>
            <p:nvSpPr>
              <p:cNvPr id="278" name="Google Shape;59;p5"/>
              <p:cNvSpPr/>
              <p:nvPr/>
            </p:nvSpPr>
            <p:spPr>
              <a:xfrm rot="2699400" flipH="1">
                <a:off x="8561160" y="90792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9" name="Google Shape;60;p5"/>
              <p:cNvSpPr/>
              <p:nvPr/>
            </p:nvSpPr>
            <p:spPr>
              <a:xfrm>
                <a:off x="7776000" y="28944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0" name="Google Shape;61;p5"/>
              <p:cNvSpPr/>
              <p:nvPr/>
            </p:nvSpPr>
            <p:spPr>
              <a:xfrm rot="2699400" flipH="1">
                <a:off x="7753680" y="-36252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81" name="Google Shape;62;p5"/>
            <p:cNvSpPr/>
            <p:nvPr/>
          </p:nvSpPr>
          <p:spPr>
            <a:xfrm rot="2700000">
              <a:off x="7588800" y="-171720"/>
              <a:ext cx="770040" cy="12744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28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283" name="Google Shape;65;p6"/>
          <p:cNvGrpSpPr/>
          <p:nvPr/>
        </p:nvGrpSpPr>
        <p:grpSpPr>
          <a:xfrm>
            <a:off x="7267320" y="387360"/>
            <a:ext cx="2455920" cy="5138280"/>
            <a:chOff x="7267320" y="387360"/>
            <a:chExt cx="2455920" cy="5138280"/>
          </a:xfrm>
        </p:grpSpPr>
        <p:grpSp>
          <p:nvGrpSpPr>
            <p:cNvPr id="284" name="Google Shape;66;p6"/>
            <p:cNvGrpSpPr/>
            <p:nvPr/>
          </p:nvGrpSpPr>
          <p:grpSpPr>
            <a:xfrm>
              <a:off x="7432920" y="387360"/>
              <a:ext cx="1309320" cy="257400"/>
              <a:chOff x="7432920" y="387360"/>
              <a:chExt cx="1309320" cy="257400"/>
            </a:xfrm>
          </p:grpSpPr>
          <p:sp>
            <p:nvSpPr>
              <p:cNvPr id="285" name="Google Shape;67;p6"/>
              <p:cNvSpPr/>
              <p:nvPr/>
            </p:nvSpPr>
            <p:spPr>
              <a:xfrm flipV="1">
                <a:off x="785232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6" name="Google Shape;68;p6"/>
              <p:cNvSpPr/>
              <p:nvPr/>
            </p:nvSpPr>
            <p:spPr>
              <a:xfrm flipV="1">
                <a:off x="805644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7" name="Google Shape;69;p6"/>
              <p:cNvSpPr/>
              <p:nvPr/>
            </p:nvSpPr>
            <p:spPr>
              <a:xfrm flipV="1">
                <a:off x="826056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8" name="Google Shape;70;p6"/>
              <p:cNvSpPr/>
              <p:nvPr/>
            </p:nvSpPr>
            <p:spPr>
              <a:xfrm flipV="1">
                <a:off x="846468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9" name="Google Shape;71;p6"/>
              <p:cNvSpPr/>
              <p:nvPr/>
            </p:nvSpPr>
            <p:spPr>
              <a:xfrm flipV="1">
                <a:off x="8668800" y="5713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0" name="Google Shape;72;p6"/>
              <p:cNvSpPr/>
              <p:nvPr/>
            </p:nvSpPr>
            <p:spPr>
              <a:xfrm flipV="1">
                <a:off x="743292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1" name="Google Shape;73;p6"/>
              <p:cNvSpPr/>
              <p:nvPr/>
            </p:nvSpPr>
            <p:spPr>
              <a:xfrm flipV="1">
                <a:off x="763704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2" name="Google Shape;74;p6"/>
              <p:cNvSpPr/>
              <p:nvPr/>
            </p:nvSpPr>
            <p:spPr>
              <a:xfrm flipV="1">
                <a:off x="784116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3" name="Google Shape;75;p6"/>
              <p:cNvSpPr/>
              <p:nvPr/>
            </p:nvSpPr>
            <p:spPr>
              <a:xfrm flipV="1">
                <a:off x="804528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4" name="Google Shape;76;p6"/>
              <p:cNvSpPr/>
              <p:nvPr/>
            </p:nvSpPr>
            <p:spPr>
              <a:xfrm flipV="1">
                <a:off x="8249400" y="3873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95" name="Google Shape;77;p6"/>
            <p:cNvGrpSpPr/>
            <p:nvPr/>
          </p:nvGrpSpPr>
          <p:grpSpPr>
            <a:xfrm>
              <a:off x="7267320" y="3608280"/>
              <a:ext cx="2455920" cy="1917360"/>
              <a:chOff x="7267320" y="3608280"/>
              <a:chExt cx="2455920" cy="1917360"/>
            </a:xfrm>
          </p:grpSpPr>
          <p:sp>
            <p:nvSpPr>
              <p:cNvPr id="296" name="Google Shape;78;p6"/>
              <p:cNvSpPr/>
              <p:nvPr/>
            </p:nvSpPr>
            <p:spPr>
              <a:xfrm rot="5400000" flipH="1" flipV="1">
                <a:off x="7653240" y="3610800"/>
                <a:ext cx="1554120" cy="154836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7" name="Google Shape;79;p6"/>
              <p:cNvSpPr/>
              <p:nvPr/>
            </p:nvSpPr>
            <p:spPr>
              <a:xfrm rot="18900600" flipH="1" flipV="1">
                <a:off x="8648640" y="4254840"/>
                <a:ext cx="1150200" cy="26208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8" name="Google Shape;80;p6"/>
              <p:cNvSpPr/>
              <p:nvPr/>
            </p:nvSpPr>
            <p:spPr>
              <a:xfrm flipV="1">
                <a:off x="7719480" y="369612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9" name="Google Shape;81;p6"/>
              <p:cNvSpPr/>
              <p:nvPr/>
            </p:nvSpPr>
            <p:spPr>
              <a:xfrm rot="18900600" flipH="1" flipV="1">
                <a:off x="7177680" y="4964760"/>
                <a:ext cx="1098360" cy="20160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30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30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302" name="Google Shape;86;p7"/>
          <p:cNvGrpSpPr/>
          <p:nvPr/>
        </p:nvGrpSpPr>
        <p:grpSpPr>
          <a:xfrm>
            <a:off x="2212560" y="2617920"/>
            <a:ext cx="7421760" cy="2775960"/>
            <a:chOff x="2212560" y="2617920"/>
            <a:chExt cx="7421760" cy="2775960"/>
          </a:xfrm>
        </p:grpSpPr>
        <p:grpSp>
          <p:nvGrpSpPr>
            <p:cNvPr id="303" name="Google Shape;87;p7"/>
            <p:cNvGrpSpPr/>
            <p:nvPr/>
          </p:nvGrpSpPr>
          <p:grpSpPr>
            <a:xfrm>
              <a:off x="2212560" y="4514760"/>
              <a:ext cx="1309320" cy="257400"/>
              <a:chOff x="2212560" y="4514760"/>
              <a:chExt cx="1309320" cy="257400"/>
            </a:xfrm>
          </p:grpSpPr>
          <p:sp>
            <p:nvSpPr>
              <p:cNvPr id="304" name="Google Shape;88;p7"/>
              <p:cNvSpPr/>
              <p:nvPr/>
            </p:nvSpPr>
            <p:spPr>
              <a:xfrm>
                <a:off x="263196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5" name="Google Shape;89;p7"/>
              <p:cNvSpPr/>
              <p:nvPr/>
            </p:nvSpPr>
            <p:spPr>
              <a:xfrm>
                <a:off x="283608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6" name="Google Shape;90;p7"/>
              <p:cNvSpPr/>
              <p:nvPr/>
            </p:nvSpPr>
            <p:spPr>
              <a:xfrm>
                <a:off x="304020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7" name="Google Shape;91;p7"/>
              <p:cNvSpPr/>
              <p:nvPr/>
            </p:nvSpPr>
            <p:spPr>
              <a:xfrm>
                <a:off x="324432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8" name="Google Shape;92;p7"/>
              <p:cNvSpPr/>
              <p:nvPr/>
            </p:nvSpPr>
            <p:spPr>
              <a:xfrm>
                <a:off x="3448440" y="451476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9" name="Google Shape;93;p7"/>
              <p:cNvSpPr/>
              <p:nvPr/>
            </p:nvSpPr>
            <p:spPr>
              <a:xfrm>
                <a:off x="221256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0" name="Google Shape;94;p7"/>
              <p:cNvSpPr/>
              <p:nvPr/>
            </p:nvSpPr>
            <p:spPr>
              <a:xfrm>
                <a:off x="241668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1" name="Google Shape;95;p7"/>
              <p:cNvSpPr/>
              <p:nvPr/>
            </p:nvSpPr>
            <p:spPr>
              <a:xfrm>
                <a:off x="262080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2" name="Google Shape;96;p7"/>
              <p:cNvSpPr/>
              <p:nvPr/>
            </p:nvSpPr>
            <p:spPr>
              <a:xfrm>
                <a:off x="282492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3" name="Google Shape;97;p7"/>
              <p:cNvSpPr/>
              <p:nvPr/>
            </p:nvSpPr>
            <p:spPr>
              <a:xfrm>
                <a:off x="3029040" y="46987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4" name="Google Shape;98;p7"/>
            <p:cNvGrpSpPr/>
            <p:nvPr/>
          </p:nvGrpSpPr>
          <p:grpSpPr>
            <a:xfrm>
              <a:off x="6687000" y="2617920"/>
              <a:ext cx="2947320" cy="2775960"/>
              <a:chOff x="6687000" y="2617920"/>
              <a:chExt cx="2947320" cy="2775960"/>
            </a:xfrm>
          </p:grpSpPr>
          <p:sp>
            <p:nvSpPr>
              <p:cNvPr id="315" name="Google Shape;99;p7"/>
              <p:cNvSpPr/>
              <p:nvPr/>
            </p:nvSpPr>
            <p:spPr>
              <a:xfrm flipH="1">
                <a:off x="6687000" y="2703600"/>
                <a:ext cx="2456640" cy="244692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6" name="Google Shape;100;p7"/>
              <p:cNvSpPr/>
              <p:nvPr/>
            </p:nvSpPr>
            <p:spPr>
              <a:xfrm rot="18900600">
                <a:off x="7946640" y="3849480"/>
                <a:ext cx="1779480" cy="47736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7" name="Google Shape;101;p7"/>
              <p:cNvSpPr/>
              <p:nvPr/>
            </p:nvSpPr>
            <p:spPr>
              <a:xfrm rot="18900000">
                <a:off x="6856920" y="4943880"/>
                <a:ext cx="995760" cy="11448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8" name="Google Shape;102;p7"/>
              <p:cNvSpPr/>
              <p:nvPr/>
            </p:nvSpPr>
            <p:spPr>
              <a:xfrm>
                <a:off x="6962400" y="355392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9" name="Google Shape;103;p7"/>
              <p:cNvSpPr/>
              <p:nvPr/>
            </p:nvSpPr>
            <p:spPr>
              <a:xfrm rot="18900600">
                <a:off x="7651080" y="3199320"/>
                <a:ext cx="1779480" cy="32616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320" name="PlaceHolder 1"/>
          <p:cNvSpPr>
            <a:spLocks noGrp="1"/>
          </p:cNvSpPr>
          <p:nvPr>
            <p:ph type="title"/>
          </p:nvPr>
        </p:nvSpPr>
        <p:spPr>
          <a:xfrm>
            <a:off x="713160" y="1488240"/>
            <a:ext cx="4683960" cy="216648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
        <p:nvSpPr>
          <p:cNvPr id="321" name="PlaceHolder 2"/>
          <p:cNvSpPr>
            <a:spLocks noGrp="1"/>
          </p:cNvSpPr>
          <p:nvPr>
            <p:ph type="body"/>
          </p:nvPr>
        </p:nvSpPr>
        <p:spPr>
          <a:xfrm>
            <a:off x="5397480" y="1055160"/>
            <a:ext cx="3033000" cy="3033000"/>
          </a:xfrm>
          <a:prstGeom prst="rect">
            <a:avLst/>
          </a:prstGeom>
          <a:noFill/>
          <a:ln w="38160">
            <a:solidFill>
              <a:schemeClr val="lt1"/>
            </a:solidFill>
            <a:round/>
          </a:ln>
        </p:spPr>
        <p:txBody>
          <a:bodyPr lIns="90000" tIns="45000" rIns="90000" bIns="45000" anchor="t">
            <a:normAutofit fontScale="4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322" name="Google Shape;107;p8"/>
          <p:cNvGrpSpPr/>
          <p:nvPr/>
        </p:nvGrpSpPr>
        <p:grpSpPr>
          <a:xfrm>
            <a:off x="2669760" y="539640"/>
            <a:ext cx="1309320" cy="257400"/>
            <a:chOff x="2669760" y="539640"/>
            <a:chExt cx="1309320" cy="257400"/>
          </a:xfrm>
        </p:grpSpPr>
        <p:sp>
          <p:nvSpPr>
            <p:cNvPr id="323" name="Google Shape;108;p8"/>
            <p:cNvSpPr/>
            <p:nvPr/>
          </p:nvSpPr>
          <p:spPr>
            <a:xfrm>
              <a:off x="3089160" y="5396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4" name="Google Shape;109;p8"/>
            <p:cNvSpPr/>
            <p:nvPr/>
          </p:nvSpPr>
          <p:spPr>
            <a:xfrm>
              <a:off x="3293280" y="5396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5" name="Google Shape;110;p8"/>
            <p:cNvSpPr/>
            <p:nvPr/>
          </p:nvSpPr>
          <p:spPr>
            <a:xfrm>
              <a:off x="3497400" y="5396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6" name="Google Shape;111;p8"/>
            <p:cNvSpPr/>
            <p:nvPr/>
          </p:nvSpPr>
          <p:spPr>
            <a:xfrm>
              <a:off x="3701520" y="5396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7" name="Google Shape;112;p8"/>
            <p:cNvSpPr/>
            <p:nvPr/>
          </p:nvSpPr>
          <p:spPr>
            <a:xfrm>
              <a:off x="3905640" y="5396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8" name="Google Shape;113;p8"/>
            <p:cNvSpPr/>
            <p:nvPr/>
          </p:nvSpPr>
          <p:spPr>
            <a:xfrm>
              <a:off x="2669760" y="72360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9" name="Google Shape;114;p8"/>
            <p:cNvSpPr/>
            <p:nvPr/>
          </p:nvSpPr>
          <p:spPr>
            <a:xfrm>
              <a:off x="2873880" y="72360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0" name="Google Shape;115;p8"/>
            <p:cNvSpPr/>
            <p:nvPr/>
          </p:nvSpPr>
          <p:spPr>
            <a:xfrm>
              <a:off x="3078000" y="72360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1" name="Google Shape;116;p8"/>
            <p:cNvSpPr/>
            <p:nvPr/>
          </p:nvSpPr>
          <p:spPr>
            <a:xfrm>
              <a:off x="3282120" y="72360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2" name="Google Shape;117;p8"/>
            <p:cNvSpPr/>
            <p:nvPr/>
          </p:nvSpPr>
          <p:spPr>
            <a:xfrm>
              <a:off x="3486240" y="72360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333" name="PlaceHolder 1"/>
          <p:cNvSpPr>
            <a:spLocks noGrp="1"/>
          </p:cNvSpPr>
          <p:nvPr>
            <p:ph type="title"/>
          </p:nvPr>
        </p:nvSpPr>
        <p:spPr>
          <a:xfrm>
            <a:off x="713160" y="1013400"/>
            <a:ext cx="6993720" cy="81468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334" name="Google Shape;121;p9"/>
          <p:cNvGrpSpPr/>
          <p:nvPr/>
        </p:nvGrpSpPr>
        <p:grpSpPr>
          <a:xfrm>
            <a:off x="6687360" y="-258840"/>
            <a:ext cx="2947320" cy="5031720"/>
            <a:chOff x="6687360" y="-258840"/>
            <a:chExt cx="2947320" cy="5031720"/>
          </a:xfrm>
        </p:grpSpPr>
        <p:grpSp>
          <p:nvGrpSpPr>
            <p:cNvPr id="335" name="Google Shape;122;p9"/>
            <p:cNvGrpSpPr/>
            <p:nvPr/>
          </p:nvGrpSpPr>
          <p:grpSpPr>
            <a:xfrm>
              <a:off x="7260480" y="4515480"/>
              <a:ext cx="1309680" cy="257400"/>
              <a:chOff x="7260480" y="4515480"/>
              <a:chExt cx="1309680" cy="257400"/>
            </a:xfrm>
          </p:grpSpPr>
          <p:sp>
            <p:nvSpPr>
              <p:cNvPr id="336" name="Google Shape;123;p9"/>
              <p:cNvSpPr/>
              <p:nvPr/>
            </p:nvSpPr>
            <p:spPr>
              <a:xfrm flipV="1">
                <a:off x="7680240" y="4699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7" name="Google Shape;124;p9"/>
              <p:cNvSpPr/>
              <p:nvPr/>
            </p:nvSpPr>
            <p:spPr>
              <a:xfrm flipV="1">
                <a:off x="7884360" y="4699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8" name="Google Shape;125;p9"/>
              <p:cNvSpPr/>
              <p:nvPr/>
            </p:nvSpPr>
            <p:spPr>
              <a:xfrm flipV="1">
                <a:off x="8088480" y="4699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9" name="Google Shape;126;p9"/>
              <p:cNvSpPr/>
              <p:nvPr/>
            </p:nvSpPr>
            <p:spPr>
              <a:xfrm flipV="1">
                <a:off x="8292600" y="4699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0" name="Google Shape;127;p9"/>
              <p:cNvSpPr/>
              <p:nvPr/>
            </p:nvSpPr>
            <p:spPr>
              <a:xfrm flipV="1">
                <a:off x="8496720" y="469944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1" name="Google Shape;128;p9"/>
              <p:cNvSpPr/>
              <p:nvPr/>
            </p:nvSpPr>
            <p:spPr>
              <a:xfrm flipV="1">
                <a:off x="7260480" y="4515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2" name="Google Shape;129;p9"/>
              <p:cNvSpPr/>
              <p:nvPr/>
            </p:nvSpPr>
            <p:spPr>
              <a:xfrm flipV="1">
                <a:off x="7464600" y="4515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3" name="Google Shape;130;p9"/>
              <p:cNvSpPr/>
              <p:nvPr/>
            </p:nvSpPr>
            <p:spPr>
              <a:xfrm flipV="1">
                <a:off x="7668720" y="4515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4" name="Google Shape;131;p9"/>
              <p:cNvSpPr/>
              <p:nvPr/>
            </p:nvSpPr>
            <p:spPr>
              <a:xfrm flipV="1">
                <a:off x="7872840" y="4515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5" name="Google Shape;132;p9"/>
              <p:cNvSpPr/>
              <p:nvPr/>
            </p:nvSpPr>
            <p:spPr>
              <a:xfrm flipV="1">
                <a:off x="8076960" y="45154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6" name="Google Shape;133;p9"/>
            <p:cNvGrpSpPr/>
            <p:nvPr/>
          </p:nvGrpSpPr>
          <p:grpSpPr>
            <a:xfrm>
              <a:off x="6687360" y="-258840"/>
              <a:ext cx="2947320" cy="2776320"/>
              <a:chOff x="6687360" y="-258840"/>
              <a:chExt cx="2947320" cy="2776320"/>
            </a:xfrm>
          </p:grpSpPr>
          <p:sp>
            <p:nvSpPr>
              <p:cNvPr id="347" name="Google Shape;134;p9"/>
              <p:cNvSpPr/>
              <p:nvPr/>
            </p:nvSpPr>
            <p:spPr>
              <a:xfrm rot="10800000">
                <a:off x="6687360" y="-15120"/>
                <a:ext cx="2456640" cy="244692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8" name="Google Shape;135;p9"/>
              <p:cNvSpPr/>
              <p:nvPr/>
            </p:nvSpPr>
            <p:spPr>
              <a:xfrm rot="13499400" flipH="1">
                <a:off x="7946280" y="807840"/>
                <a:ext cx="1779480" cy="47736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9" name="Google Shape;136;p9"/>
              <p:cNvSpPr/>
              <p:nvPr/>
            </p:nvSpPr>
            <p:spPr>
              <a:xfrm rot="13500000" flipH="1">
                <a:off x="6856920" y="76320"/>
                <a:ext cx="995760" cy="11448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0" name="Google Shape;137;p9"/>
              <p:cNvSpPr/>
              <p:nvPr/>
            </p:nvSpPr>
            <p:spPr>
              <a:xfrm rot="10800000" flipH="1">
                <a:off x="6962400" y="272160"/>
                <a:ext cx="1309320" cy="130932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1" name="Google Shape;138;p9"/>
              <p:cNvSpPr/>
              <p:nvPr/>
            </p:nvSpPr>
            <p:spPr>
              <a:xfrm rot="13499400" flipH="1">
                <a:off x="7652160" y="1609560"/>
                <a:ext cx="1779480" cy="32616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35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353"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54" name="PlaceHolder 2"/>
          <p:cNvSpPr>
            <a:spLocks noGrp="1"/>
          </p:cNvSpPr>
          <p:nvPr>
            <p:ph type="title"/>
          </p:nvPr>
        </p:nvSpPr>
        <p:spPr>
          <a:xfrm>
            <a:off x="720000" y="3862080"/>
            <a:ext cx="7703640" cy="572400"/>
          </a:xfrm>
          <a:prstGeom prst="rect">
            <a:avLst/>
          </a:prstGeom>
          <a:solidFill>
            <a:schemeClr val="lt1"/>
          </a:solidFill>
          <a:ln w="0">
            <a:noFill/>
          </a:ln>
        </p:spPr>
        <p:txBody>
          <a:bodyPr lIns="91440" tIns="91440" rIns="91440" bIns="91440" anchor="ctr">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CUSTOM">
    <p:bg>
      <p:bgPr>
        <a:solidFill>
          <a:srgbClr val="0E2A47"/>
        </a:solidFill>
        <a:effectLst/>
      </p:bgPr>
    </p:bg>
    <p:spTree>
      <p:nvGrpSpPr>
        <p:cNvPr id="1" name=""/>
        <p:cNvGrpSpPr/>
        <p:nvPr/>
      </p:nvGrpSpPr>
      <p:grpSpPr>
        <a:xfrm>
          <a:off x="0" y="0"/>
          <a:ext cx="0" cy="0"/>
          <a:chOff x="0" y="0"/>
          <a:chExt cx="0" cy="0"/>
        </a:xfrm>
      </p:grpSpPr>
      <p:sp>
        <p:nvSpPr>
          <p:cNvPr id="355" name="PlaceHolder 1"/>
          <p:cNvSpPr>
            <a:spLocks noGrp="1"/>
          </p:cNvSpPr>
          <p:nvPr>
            <p:ph type="title"/>
          </p:nvPr>
        </p:nvSpPr>
        <p:spPr>
          <a:xfrm>
            <a:off x="723600" y="511200"/>
            <a:ext cx="769680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7.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5" r:id="rId1"/>
    <p:sldLayoutId id="2147483676"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 name="PlaceHolder 1"/>
          <p:cNvSpPr>
            <a:spLocks noGrp="1"/>
          </p:cNvSpPr>
          <p:nvPr>
            <p:ph type="title"/>
          </p:nvPr>
        </p:nvSpPr>
        <p:spPr>
          <a:xfrm>
            <a:off x="714240" y="542880"/>
            <a:ext cx="4809600" cy="1999800"/>
          </a:xfrm>
          <a:prstGeom prst="rect">
            <a:avLst/>
          </a:prstGeom>
          <a:noFill/>
          <a:ln w="0">
            <a:noFill/>
          </a:ln>
        </p:spPr>
        <p:txBody>
          <a:bodyPr lIns="91440" tIns="91440" rIns="91440" bIns="91440" anchor="ctr">
            <a:normAutofit/>
          </a:bodyPr>
          <a:lstStyle/>
          <a:p>
            <a:pPr indent="0">
              <a:lnSpc>
                <a:spcPct val="100000"/>
              </a:lnSpc>
              <a:buNone/>
              <a:tabLst>
                <a:tab pos="0" algn="l"/>
              </a:tabLst>
            </a:pPr>
            <a:r>
              <a:rPr lang="en-US" sz="3800" b="1" u="none" strike="noStrike">
                <a:solidFill>
                  <a:schemeClr val="dk1"/>
                </a:solidFill>
                <a:effectLst/>
                <a:uFillTx/>
                <a:latin typeface="Archivo Black"/>
                <a:ea typeface="Archivo Black"/>
              </a:rPr>
              <a:t>Account </a:t>
            </a:r>
            <a:r>
              <a:rPr lang="en-US" sz="3800" b="0" u="none" strike="noStrike">
                <a:solidFill>
                  <a:schemeClr val="dk1"/>
                </a:solidFill>
                <a:effectLst/>
                <a:uFillTx/>
                <a:latin typeface="Archivo"/>
                <a:ea typeface="Archivo Black"/>
              </a:rPr>
              <a:t>Managers</a:t>
            </a:r>
            <a:endParaRPr lang="fr-FR" sz="3800" b="0" u="none" strike="noStrike">
              <a:solidFill>
                <a:schemeClr val="dk1"/>
              </a:solidFill>
              <a:effectLst/>
              <a:uFillTx/>
              <a:latin typeface="Arial"/>
            </a:endParaRPr>
          </a:p>
        </p:txBody>
      </p:sp>
      <p:sp>
        <p:nvSpPr>
          <p:cNvPr id="357" name="PlaceHolder 2"/>
          <p:cNvSpPr>
            <a:spLocks noGrp="1"/>
          </p:cNvSpPr>
          <p:nvPr>
            <p:ph type="subTitle"/>
          </p:nvPr>
        </p:nvSpPr>
        <p:spPr>
          <a:xfrm>
            <a:off x="714240" y="2733840"/>
            <a:ext cx="2238120" cy="637920"/>
          </a:xfrm>
          <a:prstGeom prst="rect">
            <a:avLst/>
          </a:prstGeom>
          <a:noFill/>
          <a:ln w="0">
            <a:noFill/>
          </a:ln>
        </p:spPr>
        <p:txBody>
          <a:bodyPr lIns="91440" tIns="91440" rIns="91440" bIns="91440" anchor="ctr">
            <a:normAutofit/>
          </a:bodyPr>
          <a:lstStyle/>
          <a:p>
            <a:pPr indent="0">
              <a:lnSpc>
                <a:spcPct val="100000"/>
              </a:lnSpc>
              <a:buNone/>
              <a:tabLst>
                <a:tab pos="0" algn="l"/>
              </a:tabLst>
            </a:pPr>
            <a:r>
              <a:rPr lang="en-US" sz="1600" b="0" u="none" strike="noStrike">
                <a:solidFill>
                  <a:schemeClr val="dk1"/>
                </a:solidFill>
                <a:effectLst/>
                <a:uFillTx/>
                <a:latin typeface="Manrope"/>
                <a:ea typeface="Manrope"/>
              </a:rPr>
              <a:t>Essential Roles and Skills</a:t>
            </a:r>
            <a:endParaRPr lang="en-US" sz="1600" b="0" u="none" strike="noStrike">
              <a:solidFill>
                <a:srgbClr val="000000"/>
              </a:solidFill>
              <a:effectLst/>
              <a:uFillTx/>
              <a:latin typeface="OpenSymbol"/>
            </a:endParaRPr>
          </a:p>
        </p:txBody>
      </p:sp>
      <p:grpSp>
        <p:nvGrpSpPr>
          <p:cNvPr id="358" name="Google Shape;456;p30"/>
          <p:cNvGrpSpPr/>
          <p:nvPr/>
        </p:nvGrpSpPr>
        <p:grpSpPr>
          <a:xfrm>
            <a:off x="4714200" y="684000"/>
            <a:ext cx="4429440" cy="4466160"/>
            <a:chOff x="4714200" y="684000"/>
            <a:chExt cx="4429440" cy="4466160"/>
          </a:xfrm>
        </p:grpSpPr>
        <p:sp>
          <p:nvSpPr>
            <p:cNvPr id="359" name="Google Shape;457;p30"/>
            <p:cNvSpPr/>
            <p:nvPr/>
          </p:nvSpPr>
          <p:spPr>
            <a:xfrm flipH="1">
              <a:off x="4714200" y="783360"/>
              <a:ext cx="4429440" cy="436680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0" name="Google Shape;458;p30"/>
            <p:cNvSpPr/>
            <p:nvPr/>
          </p:nvSpPr>
          <p:spPr>
            <a:xfrm rot="18900000">
              <a:off x="7674840" y="1303560"/>
              <a:ext cx="995760" cy="11448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1" name="Google Shape;459;p30"/>
            <p:cNvSpPr/>
            <p:nvPr/>
          </p:nvSpPr>
          <p:spPr>
            <a:xfrm rot="18900600">
              <a:off x="4984200" y="3275640"/>
              <a:ext cx="1779480" cy="32616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2" name="Google Shape;460;p30"/>
            <p:cNvSpPr/>
            <p:nvPr/>
          </p:nvSpPr>
          <p:spPr>
            <a:xfrm rot="18900600">
              <a:off x="7107840" y="2093040"/>
              <a:ext cx="1779480" cy="32616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3" name="Google Shape;461;p30"/>
            <p:cNvSpPr/>
            <p:nvPr/>
          </p:nvSpPr>
          <p:spPr>
            <a:xfrm rot="18900600">
              <a:off x="6792480" y="1243080"/>
              <a:ext cx="1779480" cy="47736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4" name="Google Shape;462;p30"/>
            <p:cNvSpPr/>
            <p:nvPr/>
          </p:nvSpPr>
          <p:spPr>
            <a:xfrm rot="18900600">
              <a:off x="5127480" y="3849480"/>
              <a:ext cx="1779480" cy="47736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65" name="Google Shape;463;p30"/>
          <p:cNvGrpSpPr/>
          <p:nvPr/>
        </p:nvGrpSpPr>
        <p:grpSpPr>
          <a:xfrm>
            <a:off x="2669760" y="4362120"/>
            <a:ext cx="1309320" cy="257400"/>
            <a:chOff x="2669760" y="4362120"/>
            <a:chExt cx="1309320" cy="257400"/>
          </a:xfrm>
        </p:grpSpPr>
        <p:sp>
          <p:nvSpPr>
            <p:cNvPr id="366" name="Google Shape;464;p30"/>
            <p:cNvSpPr/>
            <p:nvPr/>
          </p:nvSpPr>
          <p:spPr>
            <a:xfrm>
              <a:off x="3089160" y="4362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7" name="Google Shape;465;p30"/>
            <p:cNvSpPr/>
            <p:nvPr/>
          </p:nvSpPr>
          <p:spPr>
            <a:xfrm>
              <a:off x="3293280" y="4362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8" name="Google Shape;466;p30"/>
            <p:cNvSpPr/>
            <p:nvPr/>
          </p:nvSpPr>
          <p:spPr>
            <a:xfrm>
              <a:off x="3497400" y="4362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9" name="Google Shape;467;p30"/>
            <p:cNvSpPr/>
            <p:nvPr/>
          </p:nvSpPr>
          <p:spPr>
            <a:xfrm>
              <a:off x="3701520" y="4362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0" name="Google Shape;468;p30"/>
            <p:cNvSpPr/>
            <p:nvPr/>
          </p:nvSpPr>
          <p:spPr>
            <a:xfrm>
              <a:off x="3905640" y="436212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1" name="Google Shape;469;p30"/>
            <p:cNvSpPr/>
            <p:nvPr/>
          </p:nvSpPr>
          <p:spPr>
            <a:xfrm>
              <a:off x="2669760" y="45460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2" name="Google Shape;470;p30"/>
            <p:cNvSpPr/>
            <p:nvPr/>
          </p:nvSpPr>
          <p:spPr>
            <a:xfrm>
              <a:off x="2873880" y="45460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3" name="Google Shape;471;p30"/>
            <p:cNvSpPr/>
            <p:nvPr/>
          </p:nvSpPr>
          <p:spPr>
            <a:xfrm>
              <a:off x="3078000" y="45460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4" name="Google Shape;472;p30"/>
            <p:cNvSpPr/>
            <p:nvPr/>
          </p:nvSpPr>
          <p:spPr>
            <a:xfrm>
              <a:off x="3282120" y="45460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5" name="Google Shape;473;p30"/>
            <p:cNvSpPr/>
            <p:nvPr/>
          </p:nvSpPr>
          <p:spPr>
            <a:xfrm>
              <a:off x="3486240" y="4546080"/>
              <a:ext cx="73440" cy="734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76" name="Google Shape;474;p30"/>
          <p:cNvSpPr/>
          <p:nvPr/>
        </p:nvSpPr>
        <p:spPr>
          <a:xfrm>
            <a:off x="5654880" y="1312560"/>
            <a:ext cx="2851920" cy="2851920"/>
          </a:xfrm>
          <a:prstGeom prst="ellipse">
            <a:avLst/>
          </a:prstGeom>
          <a:blipFill rotWithShape="0">
            <a:blip r:embed="rId2"/>
            <a:srcRect/>
            <a:stretch/>
          </a:blipFill>
          <a:ln w="76200">
            <a:solidFill>
              <a:srgbClr val="F8F8F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377" name="Google Shape;475;p30"/>
          <p:cNvGrpSpPr/>
          <p:nvPr/>
        </p:nvGrpSpPr>
        <p:grpSpPr>
          <a:xfrm>
            <a:off x="4643640" y="2814840"/>
            <a:ext cx="2188080" cy="1862640"/>
            <a:chOff x="4643640" y="2814840"/>
            <a:chExt cx="2188080" cy="1862640"/>
          </a:xfrm>
        </p:grpSpPr>
        <p:sp>
          <p:nvSpPr>
            <p:cNvPr id="378" name="Google Shape;476;p30"/>
            <p:cNvSpPr/>
            <p:nvPr/>
          </p:nvSpPr>
          <p:spPr>
            <a:xfrm rot="18900000">
              <a:off x="5941080" y="4227480"/>
              <a:ext cx="995760" cy="11448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9" name="Google Shape;477;p30"/>
            <p:cNvSpPr/>
            <p:nvPr/>
          </p:nvSpPr>
          <p:spPr>
            <a:xfrm>
              <a:off x="4643640" y="2814840"/>
              <a:ext cx="1596240" cy="159624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PlaceHolder 1"/>
          <p:cNvSpPr>
            <a:spLocks noGrp="1"/>
          </p:cNvSpPr>
          <p:nvPr>
            <p:ph type="title"/>
          </p:nvPr>
        </p:nvSpPr>
        <p:spPr>
          <a:xfrm>
            <a:off x="714240" y="1009800"/>
            <a:ext cx="6990840" cy="818640"/>
          </a:xfrm>
          <a:prstGeom prst="rect">
            <a:avLst/>
          </a:prstGeom>
          <a:noFill/>
          <a:ln w="0">
            <a:noFill/>
          </a:ln>
        </p:spPr>
        <p:txBody>
          <a:bodyPr lIns="91440" tIns="91440" rIns="91440" bIns="91440" anchor="t">
            <a:normAutofit/>
          </a:bodyPr>
          <a:lstStyle/>
          <a:p>
            <a:pPr indent="0">
              <a:lnSpc>
                <a:spcPct val="115000"/>
              </a:lnSpc>
              <a:buNone/>
              <a:tabLst>
                <a:tab pos="0" algn="l"/>
              </a:tabLst>
            </a:pPr>
            <a:r>
              <a:rPr lang="en-US" sz="3200" b="1" u="none" strike="noStrike">
                <a:solidFill>
                  <a:schemeClr val="dk1"/>
                </a:solidFill>
                <a:effectLst/>
                <a:uFillTx/>
                <a:latin typeface="Archivo Black"/>
                <a:ea typeface="Archivo Black"/>
              </a:rPr>
              <a:t>Introduction</a:t>
            </a:r>
            <a:endParaRPr lang="fr-FR" sz="3200" b="0" u="none" strike="noStrike">
              <a:solidFill>
                <a:schemeClr val="dk1"/>
              </a:solidFill>
              <a:effectLst/>
              <a:uFillTx/>
              <a:latin typeface="Arial"/>
            </a:endParaRPr>
          </a:p>
        </p:txBody>
      </p:sp>
      <p:sp>
        <p:nvSpPr>
          <p:cNvPr id="381" name="PlaceHolder 2"/>
          <p:cNvSpPr>
            <a:spLocks noGrp="1"/>
          </p:cNvSpPr>
          <p:nvPr>
            <p:ph type="subTitle"/>
          </p:nvPr>
        </p:nvSpPr>
        <p:spPr>
          <a:xfrm>
            <a:off x="714240" y="1981080"/>
            <a:ext cx="4704840" cy="247608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Manrope"/>
                <a:ea typeface="Manrope"/>
              </a:rPr>
              <a:t>Account managers act as the bridge between a company and its clients. They manage relationships, ensure client satisfaction, and contribute to business growth. Understanding their role is essential, especially when integrating sustainability into their work.</a:t>
            </a:r>
            <a:endParaRPr lang="en-US" sz="1200" b="0" u="none" strike="noStrike">
              <a:solidFill>
                <a:srgbClr val="000000"/>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 name="Rektangel 381"/>
          <p:cNvSpPr/>
          <p:nvPr/>
        </p:nvSpPr>
        <p:spPr>
          <a:xfrm>
            <a:off x="476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000000"/>
              </a:solidFill>
              <a:effectLst/>
              <a:uFillTx/>
              <a:latin typeface="OpenSymbol"/>
            </a:endParaRPr>
          </a:p>
        </p:txBody>
      </p:sp>
      <p:sp>
        <p:nvSpPr>
          <p:cNvPr id="383" name="Rektangel 382"/>
          <p:cNvSpPr/>
          <p:nvPr/>
        </p:nvSpPr>
        <p:spPr>
          <a:xfrm>
            <a:off x="476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dk1"/>
                </a:solidFill>
                <a:effectLst/>
                <a:uFillTx/>
                <a:latin typeface="Archivo Black"/>
              </a:rPr>
              <a:t>Role of Account Managers</a:t>
            </a:r>
            <a:endParaRPr lang="en-US" sz="4000" b="0" u="none" strike="noStrike">
              <a:solidFill>
                <a:srgbClr val="000000"/>
              </a:solidFill>
              <a:effectLst/>
              <a:uFillTx/>
              <a:latin typeface="OpenSymbol"/>
            </a:endParaRPr>
          </a:p>
        </p:txBody>
      </p:sp>
      <p:pic>
        <p:nvPicPr>
          <p:cNvPr id="384" name="image69825b82c1814" descr="image69825b82c181c"/>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Rektangel 384"/>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a:solidFill>
                  <a:schemeClr val="dk1"/>
                </a:solidFill>
                <a:effectLst/>
                <a:uFillTx/>
                <a:latin typeface="Archivo Black"/>
              </a:rPr>
              <a:t>Key Responsibilities</a:t>
            </a:r>
            <a:endParaRPr lang="en-US" sz="3200" b="0" u="none" strike="noStrike">
              <a:solidFill>
                <a:srgbClr val="000000"/>
              </a:solidFill>
              <a:effectLst/>
              <a:uFillTx/>
              <a:latin typeface="OpenSymbol"/>
            </a:endParaRPr>
          </a:p>
        </p:txBody>
      </p:sp>
      <p:sp>
        <p:nvSpPr>
          <p:cNvPr id="386" name="Rektangel 385"/>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Manrope"/>
              </a:rPr>
              <a:t>Account managers maintain client relationships, handle communication, and coordinate project delivery. They ensure client needs are met and help solve problems quickly. Their work supports business growth and customer loyalty.</a:t>
            </a:r>
            <a:endParaRPr lang="en-US" sz="1200" b="0" u="none" strike="noStrike">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Rektangel 386"/>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a:solidFill>
                  <a:schemeClr val="dk1"/>
                </a:solidFill>
                <a:effectLst/>
                <a:uFillTx/>
                <a:latin typeface="Archivo Black"/>
              </a:rPr>
              <a:t>Skills and Qualities</a:t>
            </a:r>
            <a:endParaRPr lang="en-US" sz="3200" b="0" u="none" strike="noStrike">
              <a:solidFill>
                <a:srgbClr val="000000"/>
              </a:solidFill>
              <a:effectLst/>
              <a:uFillTx/>
              <a:latin typeface="OpenSymbol"/>
            </a:endParaRPr>
          </a:p>
        </p:txBody>
      </p:sp>
      <p:sp>
        <p:nvSpPr>
          <p:cNvPr id="388" name="Rektangel 387"/>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Manrope"/>
              </a:rPr>
              <a:t>Successful account managers have strong communication, problem-solving, and organizational skills. They are adaptable, proactive, and good at managing multiple tasks to meet client expectations efficiently. Their role often includes understanding sustainability goals relevant to clients.</a:t>
            </a:r>
            <a:endParaRPr lang="en-US" sz="1200" b="0" u="none" strike="noStrike">
              <a:solidFill>
                <a:srgbClr val="000000"/>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 name="Google Shape;830;p46"/>
          <p:cNvGrpSpPr/>
          <p:nvPr/>
        </p:nvGrpSpPr>
        <p:grpSpPr>
          <a:xfrm>
            <a:off x="4644000" y="-1800"/>
            <a:ext cx="4500000" cy="4366800"/>
            <a:chOff x="4644000" y="-1800"/>
            <a:chExt cx="4500000" cy="4366800"/>
          </a:xfrm>
        </p:grpSpPr>
        <p:sp>
          <p:nvSpPr>
            <p:cNvPr id="390" name="Google Shape;831;p46"/>
            <p:cNvSpPr/>
            <p:nvPr/>
          </p:nvSpPr>
          <p:spPr>
            <a:xfrm rot="10800000">
              <a:off x="4714560" y="-1800"/>
              <a:ext cx="4429440" cy="436680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1" name="Google Shape;832;p46"/>
            <p:cNvSpPr/>
            <p:nvPr/>
          </p:nvSpPr>
          <p:spPr>
            <a:xfrm rot="13500000" flipH="1">
              <a:off x="7674840" y="3729960"/>
              <a:ext cx="995760" cy="11448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2" name="Google Shape;833;p46"/>
            <p:cNvSpPr/>
            <p:nvPr/>
          </p:nvSpPr>
          <p:spPr>
            <a:xfrm rot="13499400" flipH="1">
              <a:off x="4984920" y="1546200"/>
              <a:ext cx="1779480" cy="32616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3" name="Google Shape;834;p46"/>
            <p:cNvSpPr/>
            <p:nvPr/>
          </p:nvSpPr>
          <p:spPr>
            <a:xfrm rot="13499400" flipH="1">
              <a:off x="7200720" y="2135520"/>
              <a:ext cx="1779480" cy="32616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4" name="Google Shape;835;p46"/>
            <p:cNvSpPr/>
            <p:nvPr/>
          </p:nvSpPr>
          <p:spPr>
            <a:xfrm rot="13499400" flipH="1">
              <a:off x="7200000" y="3051360"/>
              <a:ext cx="1779480" cy="47736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5" name="Google Shape;836;p46"/>
            <p:cNvSpPr/>
            <p:nvPr/>
          </p:nvSpPr>
          <p:spPr>
            <a:xfrm rot="13499400" flipH="1">
              <a:off x="5127120" y="821160"/>
              <a:ext cx="1779480" cy="47736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6" name="Google Shape;837;p46"/>
            <p:cNvSpPr/>
            <p:nvPr/>
          </p:nvSpPr>
          <p:spPr>
            <a:xfrm rot="10800000" flipH="1">
              <a:off x="4644000" y="737280"/>
              <a:ext cx="1596240" cy="159624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7" name="Google Shape;838;p46"/>
            <p:cNvSpPr/>
            <p:nvPr/>
          </p:nvSpPr>
          <p:spPr>
            <a:xfrm rot="13500000" flipH="1">
              <a:off x="6245640" y="806040"/>
              <a:ext cx="995760" cy="11448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98" name="PlaceHolder 1"/>
          <p:cNvSpPr>
            <a:spLocks noGrp="1"/>
          </p:cNvSpPr>
          <p:nvPr>
            <p:ph type="title"/>
          </p:nvPr>
        </p:nvSpPr>
        <p:spPr>
          <a:xfrm>
            <a:off x="723960" y="1219320"/>
            <a:ext cx="4276440" cy="17330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200" b="1" u="none" strike="noStrike">
                <a:solidFill>
                  <a:schemeClr val="dk1"/>
                </a:solidFill>
                <a:effectLst/>
                <a:uFillTx/>
                <a:latin typeface="Archivo Black"/>
                <a:ea typeface="Archivo Black"/>
              </a:rPr>
              <a:t>Sustainability Awareness</a:t>
            </a:r>
            <a:endParaRPr lang="fr-FR" sz="3200" b="0" u="none" strike="noStrike">
              <a:solidFill>
                <a:schemeClr val="dk1"/>
              </a:solidFill>
              <a:effectLst/>
              <a:uFillTx/>
              <a:latin typeface="Arial"/>
            </a:endParaRPr>
          </a:p>
        </p:txBody>
      </p:sp>
      <p:sp>
        <p:nvSpPr>
          <p:cNvPr id="399" name="PlaceHolder 2"/>
          <p:cNvSpPr>
            <a:spLocks noGrp="1"/>
          </p:cNvSpPr>
          <p:nvPr>
            <p:ph type="subTitle"/>
          </p:nvPr>
        </p:nvSpPr>
        <p:spPr>
          <a:xfrm>
            <a:off x="723960" y="3057480"/>
            <a:ext cx="3524040" cy="866520"/>
          </a:xfrm>
          <a:prstGeom prst="rect">
            <a:avLst/>
          </a:prstGeom>
          <a:noFill/>
          <a:ln w="0">
            <a:noFill/>
          </a:ln>
        </p:spPr>
        <p:txBody>
          <a:bodyPr lIns="91440" tIns="91440" rIns="91440" bIns="91440" anchor="t">
            <a:normAutofit fontScale="70000" lnSpcReduction="19999"/>
          </a:bodyPr>
          <a:lstStyle/>
          <a:p>
            <a:pPr indent="0">
              <a:lnSpc>
                <a:spcPct val="150000"/>
              </a:lnSpc>
              <a:buNone/>
              <a:tabLst>
                <a:tab pos="0" algn="l"/>
              </a:tabLst>
            </a:pPr>
            <a:r>
              <a:rPr lang="en-US" sz="1200" b="0" u="none" strike="noStrike">
                <a:solidFill>
                  <a:schemeClr val="dk1"/>
                </a:solidFill>
                <a:effectLst/>
                <a:uFillTx/>
                <a:latin typeface="Manrope"/>
                <a:ea typeface="Manrope"/>
              </a:rPr>
              <a:t>Account managers need to understand </a:t>
            </a:r>
            <a:r>
              <a:rPr lang="en-US" sz="1200" b="1" u="none" strike="noStrike">
                <a:solidFill>
                  <a:schemeClr val="dk1"/>
                </a:solidFill>
                <a:effectLst/>
                <a:uFillTx/>
                <a:latin typeface="Manrope"/>
                <a:ea typeface="Manrope"/>
              </a:rPr>
              <a:t>sustainability concepts</a:t>
            </a:r>
            <a:r>
              <a:rPr lang="en-US" sz="1200" b="0" u="none" strike="noStrike">
                <a:solidFill>
                  <a:schemeClr val="dk1"/>
                </a:solidFill>
                <a:effectLst/>
                <a:uFillTx/>
                <a:latin typeface="Manrope"/>
                <a:ea typeface="Manrope"/>
              </a:rPr>
              <a:t> relevant to their industry. They stay informed about environmental and social impacts and communicate these to clients. This awareness helps integrate sustainable choices into client projects, promoting responsible business practices and long-term value.</a:t>
            </a:r>
            <a:endParaRPr lang="en-US" sz="1200" b="0" u="none" strike="noStrike">
              <a:solidFill>
                <a:srgbClr val="000000"/>
              </a:solidFill>
              <a:effectLst/>
              <a:uFillTx/>
              <a:latin typeface="OpenSymbol"/>
            </a:endParaRPr>
          </a:p>
        </p:txBody>
      </p:sp>
      <p:sp>
        <p:nvSpPr>
          <p:cNvPr id="400" name="Google Shape;841;p46"/>
          <p:cNvSpPr/>
          <p:nvPr/>
        </p:nvSpPr>
        <p:spPr>
          <a:xfrm>
            <a:off x="5397480" y="1055160"/>
            <a:ext cx="3033000" cy="3033000"/>
          </a:xfrm>
          <a:prstGeom prst="ellipse">
            <a:avLst/>
          </a:prstGeom>
          <a:blipFill rotWithShape="0">
            <a:blip r:embed="rId2"/>
            <a:srcRect/>
            <a:stretch/>
          </a:blipFill>
          <a:ln w="38100">
            <a:solidFill>
              <a:srgbClr val="F8F8F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Rektangel 400"/>
          <p:cNvSpPr/>
          <p:nvPr/>
        </p:nvSpPr>
        <p:spPr>
          <a:xfrm>
            <a:off x="95256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02</a:t>
            </a:r>
            <a:endParaRPr lang="en-US" sz="5000" b="0" u="none" strike="noStrike">
              <a:solidFill>
                <a:srgbClr val="000000"/>
              </a:solidFill>
              <a:effectLst/>
              <a:uFillTx/>
              <a:latin typeface="OpenSymbol"/>
            </a:endParaRPr>
          </a:p>
        </p:txBody>
      </p:sp>
      <p:sp>
        <p:nvSpPr>
          <p:cNvPr id="402" name="Rektangel 401"/>
          <p:cNvSpPr/>
          <p:nvPr/>
        </p:nvSpPr>
        <p:spPr>
          <a:xfrm>
            <a:off x="952560" y="1428840"/>
            <a:ext cx="457164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dk1"/>
                </a:solidFill>
                <a:effectLst/>
                <a:uFillTx/>
                <a:latin typeface="Archivo Black"/>
              </a:rPr>
              <a:t>Account Managers and Sustainability</a:t>
            </a:r>
            <a:endParaRPr lang="en-US" sz="4000" b="0" u="none" strike="noStrike">
              <a:solidFill>
                <a:srgbClr val="000000"/>
              </a:solidFill>
              <a:effectLst/>
              <a:uFillTx/>
              <a:latin typeface="OpenSymbo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Rektangel 402"/>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a:solidFill>
                  <a:schemeClr val="dk1"/>
                </a:solidFill>
                <a:effectLst/>
                <a:uFillTx/>
                <a:latin typeface="Archivo Black"/>
              </a:rPr>
              <a:t>Promoting Sustainable Practices</a:t>
            </a:r>
            <a:endParaRPr lang="en-US" sz="3200" b="0" u="none" strike="noStrike">
              <a:solidFill>
                <a:srgbClr val="000000"/>
              </a:solidFill>
              <a:effectLst/>
              <a:uFillTx/>
              <a:latin typeface="OpenSymbol"/>
            </a:endParaRPr>
          </a:p>
        </p:txBody>
      </p:sp>
      <p:sp>
        <p:nvSpPr>
          <p:cNvPr id="404" name="Rektangel 403"/>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Manrope"/>
              </a:rPr>
              <a:t>Account managers encourage clients to adopt </a:t>
            </a:r>
            <a:r>
              <a:rPr lang="en-US" sz="1200" b="1" u="none" strike="noStrike">
                <a:solidFill>
                  <a:schemeClr val="dk1"/>
                </a:solidFill>
                <a:effectLst/>
                <a:uFillTx/>
                <a:latin typeface="Manrope"/>
              </a:rPr>
              <a:t>eco-friendly solutions</a:t>
            </a:r>
            <a:r>
              <a:rPr lang="en-US" sz="1200" b="0" u="none" strike="noStrike">
                <a:solidFill>
                  <a:schemeClr val="dk1"/>
                </a:solidFill>
                <a:effectLst/>
                <a:uFillTx/>
                <a:latin typeface="Manrope"/>
              </a:rPr>
              <a:t> and reduce waste. They guide decision-making towards products and services that align with sustainability standards, helping businesses reduce their environmental footprint while maintaining profitability.</a:t>
            </a:r>
            <a:endParaRPr lang="en-US" sz="1200" b="0" u="none" strike="noStrike">
              <a:solidFill>
                <a:srgbClr val="000000"/>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Rektangel 404"/>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9999"/>
          </a:bodyPr>
          <a:lstStyle/>
          <a:p>
            <a:pPr defTabSz="914400">
              <a:lnSpc>
                <a:spcPct val="100000"/>
              </a:lnSpc>
              <a:tabLst>
                <a:tab pos="0" algn="l"/>
              </a:tabLst>
            </a:pPr>
            <a:r>
              <a:rPr lang="en-US" sz="3200" b="1" u="none" strike="noStrike">
                <a:solidFill>
                  <a:schemeClr val="dk1"/>
                </a:solidFill>
                <a:effectLst/>
                <a:uFillTx/>
                <a:latin typeface="Archivo Black"/>
              </a:rPr>
              <a:t>Building Long-term Client Relationships</a:t>
            </a:r>
            <a:endParaRPr lang="en-US" sz="3200" b="0" u="none" strike="noStrike">
              <a:solidFill>
                <a:srgbClr val="000000"/>
              </a:solidFill>
              <a:effectLst/>
              <a:uFillTx/>
              <a:latin typeface="OpenSymbol"/>
            </a:endParaRPr>
          </a:p>
        </p:txBody>
      </p:sp>
      <p:sp>
        <p:nvSpPr>
          <p:cNvPr id="406" name="Rektangel 405"/>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Manrope"/>
              </a:rPr>
              <a:t>By aligning with clients sustainability values, account managers strengthen trust and loyalty. They focus on transparency and consistent support, fostering partnerships that prioritize both business success and environmental responsibility over time.</a:t>
            </a:r>
            <a:endParaRPr lang="en-US" sz="1200" b="0" u="none" strike="noStrike">
              <a:solidFill>
                <a:srgbClr val="000000"/>
              </a:solidFill>
              <a:effectLst/>
              <a:uFillTx/>
              <a:latin typeface="OpenSymbol"/>
            </a:endParaRPr>
          </a:p>
        </p:txBody>
      </p:sp>
      <p:pic>
        <p:nvPicPr>
          <p:cNvPr id="407" name="image69825b82df886" descr="image69825b82df88d"/>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Rektangel 407"/>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a:solidFill>
                  <a:schemeClr val="dk1"/>
                </a:solidFill>
                <a:effectLst/>
                <a:uFillTx/>
                <a:latin typeface="Archivo Black"/>
              </a:rPr>
              <a:t>Supporting Green Business Goals</a:t>
            </a:r>
            <a:endParaRPr lang="en-US" sz="3200" b="0" u="none" strike="noStrike">
              <a:solidFill>
                <a:srgbClr val="000000"/>
              </a:solidFill>
              <a:effectLst/>
              <a:uFillTx/>
              <a:latin typeface="OpenSymbol"/>
            </a:endParaRPr>
          </a:p>
        </p:txBody>
      </p:sp>
      <p:sp>
        <p:nvSpPr>
          <p:cNvPr id="409" name="Rektangel 408"/>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Manrope"/>
              </a:rPr>
              <a:t>Account managers collaborate with clients to set and achieve </a:t>
            </a:r>
            <a:r>
              <a:rPr lang="en-US" sz="1200" b="1" u="none" strike="noStrike">
                <a:solidFill>
                  <a:schemeClr val="dk1"/>
                </a:solidFill>
                <a:effectLst/>
                <a:uFillTx/>
                <a:latin typeface="Manrope"/>
              </a:rPr>
              <a:t>green objectives</a:t>
            </a:r>
            <a:r>
              <a:rPr lang="en-US" sz="1200" b="0" u="none" strike="noStrike">
                <a:solidFill>
                  <a:schemeClr val="dk1"/>
                </a:solidFill>
                <a:effectLst/>
                <a:uFillTx/>
                <a:latin typeface="Manrope"/>
              </a:rPr>
              <a:t>, such as reducing carbon emissions or sourcing responsibly. Their role includes monitoring progress and adjusting strategies to meet evolving sustainability targets efficiently.</a:t>
            </a:r>
            <a:endParaRPr lang="en-US" sz="1200" b="0" u="none" strike="noStrike">
              <a:solidFill>
                <a:srgbClr val="000000"/>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0" name="Google Shape;830;p46"/>
          <p:cNvGrpSpPr/>
          <p:nvPr/>
        </p:nvGrpSpPr>
        <p:grpSpPr>
          <a:xfrm>
            <a:off x="4644000" y="-1800"/>
            <a:ext cx="4500000" cy="4366800"/>
            <a:chOff x="4644000" y="-1800"/>
            <a:chExt cx="4500000" cy="4366800"/>
          </a:xfrm>
        </p:grpSpPr>
        <p:sp>
          <p:nvSpPr>
            <p:cNvPr id="411" name="Google Shape;831;p46"/>
            <p:cNvSpPr/>
            <p:nvPr/>
          </p:nvSpPr>
          <p:spPr>
            <a:xfrm rot="10800000">
              <a:off x="4714560" y="-1800"/>
              <a:ext cx="4429440" cy="436680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2" name="Google Shape;832;p46"/>
            <p:cNvSpPr/>
            <p:nvPr/>
          </p:nvSpPr>
          <p:spPr>
            <a:xfrm rot="13500000" flipH="1">
              <a:off x="7674840" y="3729960"/>
              <a:ext cx="995760" cy="11448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3" name="Google Shape;833;p46"/>
            <p:cNvSpPr/>
            <p:nvPr/>
          </p:nvSpPr>
          <p:spPr>
            <a:xfrm rot="13499400" flipH="1">
              <a:off x="4984920" y="1546200"/>
              <a:ext cx="1779480" cy="32616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4" name="Google Shape;834;p46"/>
            <p:cNvSpPr/>
            <p:nvPr/>
          </p:nvSpPr>
          <p:spPr>
            <a:xfrm rot="13499400" flipH="1">
              <a:off x="7200720" y="2135520"/>
              <a:ext cx="1779480" cy="32616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5" name="Google Shape;835;p46"/>
            <p:cNvSpPr/>
            <p:nvPr/>
          </p:nvSpPr>
          <p:spPr>
            <a:xfrm rot="13499400" flipH="1">
              <a:off x="7200000" y="3051360"/>
              <a:ext cx="1779480" cy="47736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6" name="Google Shape;836;p46"/>
            <p:cNvSpPr/>
            <p:nvPr/>
          </p:nvSpPr>
          <p:spPr>
            <a:xfrm rot="13499400" flipH="1">
              <a:off x="5127120" y="821160"/>
              <a:ext cx="1779480" cy="47736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7" name="Google Shape;837;p46"/>
            <p:cNvSpPr/>
            <p:nvPr/>
          </p:nvSpPr>
          <p:spPr>
            <a:xfrm rot="10800000" flipH="1">
              <a:off x="4644000" y="737280"/>
              <a:ext cx="1596240" cy="159624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8" name="Google Shape;838;p46"/>
            <p:cNvSpPr/>
            <p:nvPr/>
          </p:nvSpPr>
          <p:spPr>
            <a:xfrm rot="13500000" flipH="1">
              <a:off x="6245640" y="806040"/>
              <a:ext cx="995760" cy="11448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419" name="PlaceHolder 1"/>
          <p:cNvSpPr>
            <a:spLocks noGrp="1"/>
          </p:cNvSpPr>
          <p:nvPr>
            <p:ph type="title"/>
          </p:nvPr>
        </p:nvSpPr>
        <p:spPr>
          <a:xfrm>
            <a:off x="723960" y="1219320"/>
            <a:ext cx="4276440" cy="17330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200" b="1" u="none" strike="noStrike">
                <a:solidFill>
                  <a:schemeClr val="dk1"/>
                </a:solidFill>
                <a:effectLst/>
                <a:uFillTx/>
                <a:latin typeface="Archivo Black"/>
                <a:ea typeface="Archivo Black"/>
              </a:rPr>
              <a:t>Conclusions</a:t>
            </a:r>
            <a:endParaRPr lang="fr-FR" sz="3200" b="0" u="none" strike="noStrike">
              <a:solidFill>
                <a:schemeClr val="dk1"/>
              </a:solidFill>
              <a:effectLst/>
              <a:uFillTx/>
              <a:latin typeface="Arial"/>
            </a:endParaRPr>
          </a:p>
        </p:txBody>
      </p:sp>
      <p:sp>
        <p:nvSpPr>
          <p:cNvPr id="420" name="PlaceHolder 2"/>
          <p:cNvSpPr>
            <a:spLocks noGrp="1"/>
          </p:cNvSpPr>
          <p:nvPr>
            <p:ph type="subTitle"/>
          </p:nvPr>
        </p:nvSpPr>
        <p:spPr>
          <a:xfrm>
            <a:off x="723960" y="3057480"/>
            <a:ext cx="3524040" cy="866520"/>
          </a:xfrm>
          <a:prstGeom prst="rect">
            <a:avLst/>
          </a:prstGeom>
          <a:noFill/>
          <a:ln w="0">
            <a:noFill/>
          </a:ln>
        </p:spPr>
        <p:txBody>
          <a:bodyPr lIns="91440" tIns="91440" rIns="91440" bIns="91440" anchor="t">
            <a:normAutofit fontScale="70000" lnSpcReduction="19999"/>
          </a:bodyPr>
          <a:lstStyle/>
          <a:p>
            <a:pPr indent="0">
              <a:lnSpc>
                <a:spcPct val="150000"/>
              </a:lnSpc>
              <a:buNone/>
              <a:tabLst>
                <a:tab pos="0" algn="l"/>
              </a:tabLst>
            </a:pPr>
            <a:r>
              <a:rPr lang="en-US" sz="1200" b="0" u="none" strike="noStrike">
                <a:solidFill>
                  <a:schemeClr val="dk1"/>
                </a:solidFill>
                <a:effectLst/>
                <a:uFillTx/>
                <a:latin typeface="Manrope"/>
                <a:ea typeface="Manrope"/>
              </a:rPr>
              <a:t>Account managers play a crucial role in merging client needs with sustainable business practices. Their ability to promote eco-conscious strategies and build lasting relationships enhances both client success and positive environmental impact. Sustainability awareness is key to their evolving role.</a:t>
            </a:r>
            <a:endParaRPr lang="en-US" sz="1200" b="0" u="none" strike="noStrike">
              <a:solidFill>
                <a:srgbClr val="000000"/>
              </a:solidFill>
              <a:effectLst/>
              <a:uFillTx/>
              <a:latin typeface="OpenSymbol"/>
            </a:endParaRPr>
          </a:p>
        </p:txBody>
      </p:sp>
      <p:sp>
        <p:nvSpPr>
          <p:cNvPr id="421" name="Google Shape;841;p46"/>
          <p:cNvSpPr/>
          <p:nvPr/>
        </p:nvSpPr>
        <p:spPr>
          <a:xfrm>
            <a:off x="5397480" y="1055160"/>
            <a:ext cx="3033000" cy="3033000"/>
          </a:xfrm>
          <a:prstGeom prst="ellipse">
            <a:avLst/>
          </a:prstGeom>
          <a:blipFill rotWithShape="0">
            <a:blip r:embed="rId2"/>
            <a:srcRect/>
            <a:stretch/>
          </a:blipFill>
          <a:ln w="38100">
            <a:solidFill>
              <a:srgbClr val="F8F8F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2" name="Google Shape;1037;p55"/>
          <p:cNvGrpSpPr/>
          <p:nvPr/>
        </p:nvGrpSpPr>
        <p:grpSpPr>
          <a:xfrm>
            <a:off x="3979080" y="6840"/>
            <a:ext cx="5164200" cy="5143320"/>
            <a:chOff x="3979080" y="6840"/>
            <a:chExt cx="5164200" cy="5143320"/>
          </a:xfrm>
        </p:grpSpPr>
        <p:sp>
          <p:nvSpPr>
            <p:cNvPr id="423" name="Google Shape;1038;p55"/>
            <p:cNvSpPr/>
            <p:nvPr/>
          </p:nvSpPr>
          <p:spPr>
            <a:xfrm flipH="1">
              <a:off x="3978720" y="6840"/>
              <a:ext cx="5164200" cy="5143320"/>
            </a:xfrm>
            <a:prstGeom prst="rtTriangle">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24" name="Google Shape;1039;p55"/>
            <p:cNvGrpSpPr/>
            <p:nvPr/>
          </p:nvGrpSpPr>
          <p:grpSpPr>
            <a:xfrm>
              <a:off x="4666320" y="607680"/>
              <a:ext cx="4152240" cy="4000680"/>
              <a:chOff x="4666320" y="607680"/>
              <a:chExt cx="4152240" cy="4000680"/>
            </a:xfrm>
          </p:grpSpPr>
          <p:sp>
            <p:nvSpPr>
              <p:cNvPr id="425" name="Google Shape;1040;p55"/>
              <p:cNvSpPr/>
              <p:nvPr/>
            </p:nvSpPr>
            <p:spPr>
              <a:xfrm rot="18900600">
                <a:off x="4520880" y="3647520"/>
                <a:ext cx="1779480" cy="32616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6" name="Google Shape;1041;p55"/>
              <p:cNvSpPr/>
              <p:nvPr/>
            </p:nvSpPr>
            <p:spPr>
              <a:xfrm rot="18900600">
                <a:off x="7184160" y="2245320"/>
                <a:ext cx="1779480" cy="32616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7" name="Google Shape;1042;p55"/>
              <p:cNvSpPr/>
              <p:nvPr/>
            </p:nvSpPr>
            <p:spPr>
              <a:xfrm rot="18900600">
                <a:off x="6716520" y="1166760"/>
                <a:ext cx="1779480" cy="47736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8" name="Google Shape;1043;p55"/>
              <p:cNvSpPr/>
              <p:nvPr/>
            </p:nvSpPr>
            <p:spPr>
              <a:xfrm rot="18900600">
                <a:off x="5940360" y="3571560"/>
                <a:ext cx="1779480" cy="477360"/>
              </a:xfrm>
              <a:prstGeom prst="roundRect">
                <a:avLst>
                  <a:gd name="adj" fmla="val 50000"/>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9" name="Google Shape;1044;p55"/>
              <p:cNvSpPr/>
              <p:nvPr/>
            </p:nvSpPr>
            <p:spPr>
              <a:xfrm>
                <a:off x="6778080" y="2891160"/>
                <a:ext cx="1596240" cy="1596240"/>
              </a:xfrm>
              <a:prstGeom prst="ellipse">
                <a:avLst/>
              </a:prstGeom>
              <a:noFill/>
              <a:ln w="9525">
                <a:solidFill>
                  <a:srgbClr val="F8F8F8"/>
                </a:solidFill>
                <a:prstDash val="lgDash"/>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430" name="PlaceHolder 1"/>
          <p:cNvSpPr>
            <a:spLocks noGrp="1"/>
          </p:cNvSpPr>
          <p:nvPr>
            <p:ph type="title"/>
          </p:nvPr>
        </p:nvSpPr>
        <p:spPr>
          <a:xfrm>
            <a:off x="714240" y="542880"/>
            <a:ext cx="4628880" cy="1829160"/>
          </a:xfrm>
          <a:prstGeom prst="rect">
            <a:avLst/>
          </a:prstGeom>
          <a:noFill/>
          <a:ln w="0">
            <a:noFill/>
          </a:ln>
        </p:spPr>
        <p:txBody>
          <a:bodyPr lIns="91440" tIns="91440" rIns="91440" bIns="91440" anchor="t">
            <a:spAutoFit/>
          </a:bodyPr>
          <a:lstStyle/>
          <a:p>
            <a:pPr indent="0">
              <a:lnSpc>
                <a:spcPct val="100000"/>
              </a:lnSpc>
              <a:buNone/>
              <a:tabLst>
                <a:tab pos="0" algn="l"/>
              </a:tabLst>
            </a:pPr>
            <a:r>
              <a:rPr lang="en" sz="5400" b="0" u="none" strike="noStrike">
                <a:solidFill>
                  <a:schemeClr val="dk1"/>
                </a:solidFill>
                <a:effectLst/>
                <a:uFillTx/>
                <a:latin typeface="Archivo Black"/>
                <a:ea typeface="Archivo Black"/>
              </a:rPr>
              <a:t>Thanks!</a:t>
            </a:r>
            <a:endParaRPr lang="fr-FR" sz="5400" b="0" u="none" strike="noStrike">
              <a:solidFill>
                <a:schemeClr val="dk1"/>
              </a:solidFill>
              <a:effectLst/>
              <a:uFillTx/>
              <a:latin typeface="Arial"/>
            </a:endParaRPr>
          </a:p>
        </p:txBody>
      </p:sp>
      <p:sp>
        <p:nvSpPr>
          <p:cNvPr id="431" name="PlaceHolder 2"/>
          <p:cNvSpPr>
            <a:spLocks noGrp="1"/>
          </p:cNvSpPr>
          <p:nvPr>
            <p:ph type="subTitle"/>
          </p:nvPr>
        </p:nvSpPr>
        <p:spPr>
          <a:xfrm>
            <a:off x="714240" y="1800360"/>
            <a:ext cx="4628880" cy="1057320"/>
          </a:xfrm>
          <a:prstGeom prst="rect">
            <a:avLst/>
          </a:prstGeom>
          <a:noFill/>
          <a:ln w="0">
            <a:noFill/>
          </a:ln>
        </p:spPr>
        <p:txBody>
          <a:bodyPr lIns="91440" tIns="91440" rIns="91440" bIns="91440" anchor="ctr">
            <a:spAutoFit/>
          </a:bodyPr>
          <a:lstStyle/>
          <a:p>
            <a:pPr indent="0">
              <a:lnSpc>
                <a:spcPct val="100000"/>
              </a:lnSpc>
              <a:buNone/>
              <a:tabLst>
                <a:tab pos="0" algn="l"/>
              </a:tabLst>
            </a:pPr>
            <a:r>
              <a:rPr lang="en" sz="1600" b="1" u="none" strike="noStrike">
                <a:solidFill>
                  <a:schemeClr val="dk1"/>
                </a:solidFill>
                <a:effectLst/>
                <a:uFillTx/>
                <a:latin typeface="Manrope"/>
                <a:ea typeface="Manrope"/>
              </a:rPr>
              <a:t>Do you have any questions?</a:t>
            </a:r>
            <a:endParaRPr lang="en-US" sz="1600" b="0" u="none" strike="noStrike">
              <a:solidFill>
                <a:srgbClr val="000000"/>
              </a:solidFill>
              <a:effectLst/>
              <a:uFillTx/>
              <a:latin typeface="OpenSymbol"/>
            </a:endParaRPr>
          </a:p>
          <a:p>
            <a:pPr indent="0">
              <a:lnSpc>
                <a:spcPct val="100000"/>
              </a:lnSpc>
              <a:buNone/>
              <a:tabLst>
                <a:tab pos="0" algn="l"/>
              </a:tabLst>
            </a:pPr>
            <a:r>
              <a:rPr lang="en" sz="1600" b="0" u="none" strike="noStrike">
                <a:solidFill>
                  <a:schemeClr val="dk1"/>
                </a:solidFill>
                <a:effectLst/>
                <a:uFillTx/>
                <a:latin typeface="Manrope"/>
                <a:ea typeface="Manrope"/>
              </a:rPr>
              <a:t>youremail@freepik.com</a:t>
            </a:r>
            <a:endParaRPr lang="en-US" sz="1600" b="0" u="none" strike="noStrike">
              <a:solidFill>
                <a:srgbClr val="000000"/>
              </a:solidFill>
              <a:effectLst/>
              <a:uFillTx/>
              <a:latin typeface="OpenSymbol"/>
            </a:endParaRPr>
          </a:p>
          <a:p>
            <a:pPr indent="0">
              <a:lnSpc>
                <a:spcPct val="100000"/>
              </a:lnSpc>
              <a:buNone/>
              <a:tabLst>
                <a:tab pos="0" algn="l"/>
              </a:tabLst>
            </a:pPr>
            <a:r>
              <a:rPr lang="en" sz="1600" b="0" u="none" strike="noStrike">
                <a:solidFill>
                  <a:schemeClr val="dk1"/>
                </a:solidFill>
                <a:effectLst/>
                <a:uFillTx/>
                <a:latin typeface="Manrope"/>
                <a:ea typeface="Manrope"/>
              </a:rPr>
              <a:t>+34 654 321 432</a:t>
            </a:r>
            <a:endParaRPr lang="en-US" sz="1600" b="0" u="none" strike="noStrike">
              <a:solidFill>
                <a:srgbClr val="000000"/>
              </a:solidFill>
              <a:effectLst/>
              <a:uFillTx/>
              <a:latin typeface="OpenSymbol"/>
            </a:endParaRPr>
          </a:p>
          <a:p>
            <a:pPr indent="0">
              <a:lnSpc>
                <a:spcPct val="100000"/>
              </a:lnSpc>
              <a:buNone/>
              <a:tabLst>
                <a:tab pos="0" algn="l"/>
              </a:tabLst>
            </a:pPr>
            <a:r>
              <a:rPr lang="en" sz="1600" b="0" u="none" strike="noStrike">
                <a:solidFill>
                  <a:schemeClr val="dk1"/>
                </a:solidFill>
                <a:effectLst/>
                <a:uFillTx/>
                <a:latin typeface="Manrope"/>
                <a:ea typeface="Manrope"/>
              </a:rPr>
              <a:t>yourwebsite.com</a:t>
            </a:r>
            <a:endParaRPr lang="en-US" sz="1600" b="0" u="none" strike="noStrike">
              <a:solidFill>
                <a:srgbClr val="000000"/>
              </a:solidFill>
              <a:effectLst/>
              <a:uFillTx/>
              <a:latin typeface="OpenSymbol"/>
            </a:endParaRPr>
          </a:p>
        </p:txBody>
      </p:sp>
      <p:sp>
        <p:nvSpPr>
          <p:cNvPr id="432" name="Google Shape;1047;p55"/>
          <p:cNvSpPr/>
          <p:nvPr/>
        </p:nvSpPr>
        <p:spPr>
          <a:xfrm>
            <a:off x="714240" y="4352760"/>
            <a:ext cx="4447800" cy="256680"/>
          </a:xfrm>
          <a:prstGeom prst="rect">
            <a:avLst/>
          </a:prstGeom>
          <a:noFill/>
          <a:ln w="0">
            <a:noFill/>
          </a:ln>
        </p:spPr>
        <p:style>
          <a:lnRef idx="0">
            <a:scrgbClr r="0" g="0" b="0"/>
          </a:lnRef>
          <a:fillRef idx="0">
            <a:scrgbClr r="0" g="0" b="0"/>
          </a:fillRef>
          <a:effectRef idx="0">
            <a:scrgbClr r="0" g="0" b="0"/>
          </a:effectRef>
          <a:fontRef idx="minor"/>
        </p:style>
        <p:txBody>
          <a:bodyPr lIns="870823080" tIns="-2643480" rIns="870823080" bIns="-2643480" anchor="t">
            <a:spAutoFit/>
          </a:bodyPr>
          <a:lstStyle/>
          <a:p>
            <a:pPr defTabSz="914400">
              <a:lnSpc>
                <a:spcPct val="100000"/>
              </a:lnSpc>
              <a:tabLst>
                <a:tab pos="0" algn="l"/>
              </a:tabLst>
            </a:pPr>
            <a:r>
              <a:rPr lang="en" sz="1000" b="0" u="none" strike="noStrike" dirty="0">
                <a:solidFill>
                  <a:schemeClr val="dk1"/>
                </a:solidFill>
                <a:effectLst/>
                <a:uFillTx/>
                <a:latin typeface="Arial"/>
              </a:rPr>
              <a:t>Please keep this slide for attribution</a:t>
            </a:r>
            <a:endParaRPr lang="en-US" sz="1000" b="0" u="none" strike="noStrike" dirty="0">
              <a:solidFill>
                <a:srgbClr val="000000"/>
              </a:solidFill>
              <a:effectLst/>
              <a:uFillTx/>
              <a:latin typeface="OpenSymbol"/>
            </a:endParaRPr>
          </a:p>
        </p:txBody>
      </p:sp>
      <p:sp>
        <p:nvSpPr>
          <p:cNvPr id="433" name="Google Shape;1048;p55"/>
          <p:cNvSpPr/>
          <p:nvPr/>
        </p:nvSpPr>
        <p:spPr>
          <a:xfrm>
            <a:off x="5397480" y="1055160"/>
            <a:ext cx="3033000" cy="3033000"/>
          </a:xfrm>
          <a:prstGeom prst="ellipse">
            <a:avLst/>
          </a:prstGeom>
          <a:blipFill rotWithShape="0">
            <a:blip r:embed="rId2"/>
            <a:srcRect/>
            <a:stretch/>
          </a:blipFill>
          <a:ln w="38100">
            <a:solidFill>
              <a:srgbClr val="F8F8F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434" name="Google Shape;1049;p55"/>
          <p:cNvGrpSpPr/>
          <p:nvPr/>
        </p:nvGrpSpPr>
        <p:grpSpPr>
          <a:xfrm>
            <a:off x="2460960" y="3060720"/>
            <a:ext cx="709920" cy="513720"/>
            <a:chOff x="2460960" y="3060720"/>
            <a:chExt cx="709920" cy="513720"/>
          </a:xfrm>
        </p:grpSpPr>
        <p:sp>
          <p:nvSpPr>
            <p:cNvPr id="435" name="Google Shape;1050;p55"/>
            <p:cNvSpPr/>
            <p:nvPr/>
          </p:nvSpPr>
          <p:spPr>
            <a:xfrm>
              <a:off x="2460960" y="3060720"/>
              <a:ext cx="709920" cy="51372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36" name="Google Shape;1051;p55"/>
            <p:cNvGrpSpPr/>
            <p:nvPr/>
          </p:nvGrpSpPr>
          <p:grpSpPr>
            <a:xfrm>
              <a:off x="2651400" y="3153240"/>
              <a:ext cx="328320" cy="328320"/>
              <a:chOff x="2651400" y="3153240"/>
              <a:chExt cx="328320" cy="328320"/>
            </a:xfrm>
          </p:grpSpPr>
          <p:sp>
            <p:nvSpPr>
              <p:cNvPr id="437" name="Google Shape;1052;p55"/>
              <p:cNvSpPr/>
              <p:nvPr/>
            </p:nvSpPr>
            <p:spPr>
              <a:xfrm>
                <a:off x="2806920" y="3210840"/>
                <a:ext cx="112320" cy="270720"/>
              </a:xfrm>
              <a:custGeom>
                <a:avLst/>
                <a:gdLst>
                  <a:gd name="textAreaLeft" fmla="*/ 0 w 112320"/>
                  <a:gd name="textAreaRight" fmla="*/ 112680 w 112320"/>
                  <a:gd name="textAreaTop" fmla="*/ 0 h 270720"/>
                  <a:gd name="textAreaBottom" fmla="*/ 271080 h 270720"/>
                </a:gdLst>
                <a:ahLst/>
                <a:cxnLst/>
                <a:rect l="textAreaLeft" t="textAreaTop" r="textAreaRight" b="textAreaBottom"/>
                <a:pathLst>
                  <a:path w="6527" h="157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8" name="Google Shape;1053;p55"/>
              <p:cNvSpPr/>
              <p:nvPr/>
            </p:nvSpPr>
            <p:spPr>
              <a:xfrm>
                <a:off x="2651400" y="3153240"/>
                <a:ext cx="328320" cy="328320"/>
              </a:xfrm>
              <a:custGeom>
                <a:avLst/>
                <a:gdLst>
                  <a:gd name="textAreaLeft" fmla="*/ 0 w 328320"/>
                  <a:gd name="textAreaRight" fmla="*/ 328680 w 328320"/>
                  <a:gd name="textAreaTop" fmla="*/ 0 h 328320"/>
                  <a:gd name="textAreaBottom" fmla="*/ 328680 h 328320"/>
                </a:gdLst>
                <a:ahLst/>
                <a:cxnLst/>
                <a:rect l="textAreaLeft" t="textAreaTop" r="textAreaRight" b="textAreaBottom"/>
                <a:pathLst>
                  <a:path w="19066" h="19065">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439" name="Google Shape;1054;p55"/>
          <p:cNvGrpSpPr/>
          <p:nvPr/>
        </p:nvGrpSpPr>
        <p:grpSpPr>
          <a:xfrm>
            <a:off x="781200" y="3060720"/>
            <a:ext cx="709920" cy="513720"/>
            <a:chOff x="781200" y="3060720"/>
            <a:chExt cx="709920" cy="513720"/>
          </a:xfrm>
        </p:grpSpPr>
        <p:sp>
          <p:nvSpPr>
            <p:cNvPr id="440" name="Google Shape;1055;p55"/>
            <p:cNvSpPr/>
            <p:nvPr/>
          </p:nvSpPr>
          <p:spPr>
            <a:xfrm>
              <a:off x="781200" y="3060720"/>
              <a:ext cx="709920" cy="51372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41" name="Google Shape;1056;p55"/>
            <p:cNvGrpSpPr/>
            <p:nvPr/>
          </p:nvGrpSpPr>
          <p:grpSpPr>
            <a:xfrm>
              <a:off x="972000" y="3153240"/>
              <a:ext cx="328320" cy="328320"/>
              <a:chOff x="972000" y="3153240"/>
              <a:chExt cx="328320" cy="328320"/>
            </a:xfrm>
          </p:grpSpPr>
          <p:sp>
            <p:nvSpPr>
              <p:cNvPr id="442" name="Google Shape;1057;p55"/>
              <p:cNvSpPr/>
              <p:nvPr/>
            </p:nvSpPr>
            <p:spPr>
              <a:xfrm>
                <a:off x="1040040" y="3211560"/>
                <a:ext cx="19080" cy="19080"/>
              </a:xfrm>
              <a:custGeom>
                <a:avLst/>
                <a:gdLst>
                  <a:gd name="textAreaLeft" fmla="*/ 0 w 19080"/>
                  <a:gd name="textAreaRight" fmla="*/ 19440 w 19080"/>
                  <a:gd name="textAreaTop" fmla="*/ 0 h 19080"/>
                  <a:gd name="textAreaBottom" fmla="*/ 19440 h 19080"/>
                </a:gdLst>
                <a:ahLst/>
                <a:cxnLst/>
                <a:rect l="textAreaLeft" t="textAreaTop" r="textAreaRight" b="textAreaBottom"/>
                <a:pathLst>
                  <a:path w="1119" h="1117">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3" name="Google Shape;1058;p55"/>
              <p:cNvSpPr/>
              <p:nvPr/>
            </p:nvSpPr>
            <p:spPr>
              <a:xfrm>
                <a:off x="972000" y="3153240"/>
                <a:ext cx="328320" cy="328320"/>
              </a:xfrm>
              <a:custGeom>
                <a:avLst/>
                <a:gdLst>
                  <a:gd name="textAreaLeft" fmla="*/ 0 w 328320"/>
                  <a:gd name="textAreaRight" fmla="*/ 328680 w 328320"/>
                  <a:gd name="textAreaTop" fmla="*/ 0 h 328320"/>
                  <a:gd name="textAreaBottom" fmla="*/ 328680 h 328320"/>
                </a:gdLst>
                <a:ahLst/>
                <a:cxnLst/>
                <a:rect l="textAreaLeft" t="textAreaTop" r="textAreaRight" b="textAreaBottom"/>
                <a:pathLst>
                  <a:path w="19065" h="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4" name="Google Shape;1059;p55"/>
              <p:cNvSpPr/>
              <p:nvPr/>
            </p:nvSpPr>
            <p:spPr>
              <a:xfrm>
                <a:off x="1117080" y="3288240"/>
                <a:ext cx="115200" cy="134640"/>
              </a:xfrm>
              <a:custGeom>
                <a:avLst/>
                <a:gdLst>
                  <a:gd name="textAreaLeft" fmla="*/ 0 w 115200"/>
                  <a:gd name="textAreaRight" fmla="*/ 115560 w 115200"/>
                  <a:gd name="textAreaTop" fmla="*/ 0 h 134640"/>
                  <a:gd name="textAreaBottom" fmla="*/ 135000 h 134640"/>
                </a:gdLst>
                <a:ahLst/>
                <a:cxnLst/>
                <a:rect l="textAreaLeft" t="textAreaTop" r="textAreaRight" b="textAreaBottom"/>
                <a:pathLst>
                  <a:path w="6704" h="7837">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7320" bIns="67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5" name="Google Shape;1060;p55"/>
              <p:cNvSpPr/>
              <p:nvPr/>
            </p:nvSpPr>
            <p:spPr>
              <a:xfrm>
                <a:off x="1040040" y="3288600"/>
                <a:ext cx="19080" cy="134640"/>
              </a:xfrm>
              <a:custGeom>
                <a:avLst/>
                <a:gdLst>
                  <a:gd name="textAreaLeft" fmla="*/ 0 w 19080"/>
                  <a:gd name="textAreaRight" fmla="*/ 19440 w 19080"/>
                  <a:gd name="textAreaTop" fmla="*/ 0 h 134640"/>
                  <a:gd name="textAreaBottom" fmla="*/ 135000 h 134640"/>
                </a:gdLst>
                <a:ahLst/>
                <a:cxnLst/>
                <a:rect l="textAreaLeft" t="textAreaTop" r="textAreaRight" b="textAreaBottom"/>
                <a:pathLst>
                  <a:path w="1119" h="7820">
                    <a:moveTo>
                      <a:pt x="0" y="0"/>
                    </a:moveTo>
                    <a:lnTo>
                      <a:pt x="0" y="7819"/>
                    </a:lnTo>
                    <a:lnTo>
                      <a:pt x="1118" y="7819"/>
                    </a:lnTo>
                    <a:lnTo>
                      <a:pt x="1118"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7320" bIns="67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446" name="Google Shape;1061;p55"/>
          <p:cNvGrpSpPr/>
          <p:nvPr/>
        </p:nvGrpSpPr>
        <p:grpSpPr>
          <a:xfrm>
            <a:off x="1621080" y="3060720"/>
            <a:ext cx="709920" cy="513720"/>
            <a:chOff x="1621080" y="3060720"/>
            <a:chExt cx="709920" cy="513720"/>
          </a:xfrm>
        </p:grpSpPr>
        <p:sp>
          <p:nvSpPr>
            <p:cNvPr id="447" name="Google Shape;1062;p55"/>
            <p:cNvSpPr/>
            <p:nvPr/>
          </p:nvSpPr>
          <p:spPr>
            <a:xfrm>
              <a:off x="1621080" y="3060720"/>
              <a:ext cx="709920" cy="51372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48" name="Google Shape;1063;p55"/>
            <p:cNvGrpSpPr/>
            <p:nvPr/>
          </p:nvGrpSpPr>
          <p:grpSpPr>
            <a:xfrm>
              <a:off x="1811880" y="3153240"/>
              <a:ext cx="328320" cy="328320"/>
              <a:chOff x="1811880" y="3153240"/>
              <a:chExt cx="328320" cy="328320"/>
            </a:xfrm>
          </p:grpSpPr>
          <p:sp>
            <p:nvSpPr>
              <p:cNvPr id="449" name="Google Shape;1064;p55"/>
              <p:cNvSpPr/>
              <p:nvPr/>
            </p:nvSpPr>
            <p:spPr>
              <a:xfrm>
                <a:off x="1870200" y="3211560"/>
                <a:ext cx="211680" cy="211680"/>
              </a:xfrm>
              <a:custGeom>
                <a:avLst/>
                <a:gdLst>
                  <a:gd name="textAreaLeft" fmla="*/ 0 w 211680"/>
                  <a:gd name="textAreaRight" fmla="*/ 212040 w 211680"/>
                  <a:gd name="textAreaTop" fmla="*/ 0 h 211680"/>
                  <a:gd name="textAreaBottom" fmla="*/ 212040 h 211680"/>
                </a:gdLst>
                <a:ahLst/>
                <a:cxnLst/>
                <a:rect l="textAreaLeft" t="textAreaTop" r="textAreaRight" b="textAreaBottom"/>
                <a:pathLst>
                  <a:path w="12288" h="12287">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0" name="Google Shape;1065;p55"/>
              <p:cNvSpPr/>
              <p:nvPr/>
            </p:nvSpPr>
            <p:spPr>
              <a:xfrm>
                <a:off x="1927800" y="3269520"/>
                <a:ext cx="96120" cy="96120"/>
              </a:xfrm>
              <a:custGeom>
                <a:avLst/>
                <a:gdLst>
                  <a:gd name="textAreaLeft" fmla="*/ 0 w 96120"/>
                  <a:gd name="textAreaRight" fmla="*/ 96480 w 96120"/>
                  <a:gd name="textAreaTop" fmla="*/ 0 h 96120"/>
                  <a:gd name="textAreaBottom" fmla="*/ 96480 h 96120"/>
                </a:gdLst>
                <a:ahLst/>
                <a:cxnLst/>
                <a:rect l="textAreaLeft" t="textAreaTop" r="textAreaRight" b="textAreaBottom"/>
                <a:pathLst>
                  <a:path w="5588" h="5585">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8240" bIns="48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1" name="Google Shape;1066;p55"/>
              <p:cNvSpPr/>
              <p:nvPr/>
            </p:nvSpPr>
            <p:spPr>
              <a:xfrm>
                <a:off x="1811880" y="3153240"/>
                <a:ext cx="328320" cy="328320"/>
              </a:xfrm>
              <a:custGeom>
                <a:avLst/>
                <a:gdLst>
                  <a:gd name="textAreaLeft" fmla="*/ 0 w 328320"/>
                  <a:gd name="textAreaRight" fmla="*/ 328680 w 328320"/>
                  <a:gd name="textAreaTop" fmla="*/ 0 h 328320"/>
                  <a:gd name="textAreaBottom" fmla="*/ 328680 h 328320"/>
                </a:gdLst>
                <a:ahLst/>
                <a:cxnLst/>
                <a:rect l="textAreaLeft" t="textAreaTop" r="textAreaRight" b="textAreaBottom"/>
                <a:pathLst>
                  <a:path w="19064" h="19065">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452" name="Google Shape;1067;p55"/>
          <p:cNvGrpSpPr/>
          <p:nvPr/>
        </p:nvGrpSpPr>
        <p:grpSpPr>
          <a:xfrm>
            <a:off x="3300480" y="3060720"/>
            <a:ext cx="709920" cy="513720"/>
            <a:chOff x="3300480" y="3060720"/>
            <a:chExt cx="709920" cy="513720"/>
          </a:xfrm>
        </p:grpSpPr>
        <p:sp>
          <p:nvSpPr>
            <p:cNvPr id="453" name="Google Shape;1068;p55"/>
            <p:cNvSpPr/>
            <p:nvPr/>
          </p:nvSpPr>
          <p:spPr>
            <a:xfrm>
              <a:off x="3300480" y="3060720"/>
              <a:ext cx="709920" cy="513720"/>
            </a:xfrm>
            <a:prstGeom prst="roundRect">
              <a:avLst>
                <a:gd name="adj" fmla="val 50000"/>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4" name="Google Shape;1069;p55"/>
            <p:cNvSpPr/>
            <p:nvPr/>
          </p:nvSpPr>
          <p:spPr>
            <a:xfrm>
              <a:off x="3490920" y="3183120"/>
              <a:ext cx="329400" cy="268560"/>
            </a:xfrm>
            <a:custGeom>
              <a:avLst/>
              <a:gdLst>
                <a:gd name="textAreaLeft" fmla="*/ 0 w 329400"/>
                <a:gd name="textAreaRight" fmla="*/ 329760 w 329400"/>
                <a:gd name="textAreaTop" fmla="*/ 0 h 268560"/>
                <a:gd name="textAreaBottom" fmla="*/ 268920 h 268560"/>
              </a:gdLst>
              <a:ahLst/>
              <a:cxnLst/>
              <a:rect l="textAreaLeft" t="textAreaTop" r="textAreaRight" b="textAreaBottom"/>
              <a:pathLst>
                <a:path w="19122" h="15596">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55" name="Google Shape;1070;p55"/>
          <p:cNvGrpSpPr/>
          <p:nvPr/>
        </p:nvGrpSpPr>
        <p:grpSpPr>
          <a:xfrm>
            <a:off x="5405400" y="1044360"/>
            <a:ext cx="3282840" cy="3290760"/>
            <a:chOff x="5405400" y="1044360"/>
            <a:chExt cx="3282840" cy="3290760"/>
          </a:xfrm>
        </p:grpSpPr>
        <p:sp>
          <p:nvSpPr>
            <p:cNvPr id="456" name="Google Shape;1071;p55"/>
            <p:cNvSpPr/>
            <p:nvPr/>
          </p:nvSpPr>
          <p:spPr>
            <a:xfrm rot="18900000">
              <a:off x="7797600" y="1379520"/>
              <a:ext cx="995760" cy="11448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7" name="Google Shape;1072;p55"/>
            <p:cNvSpPr/>
            <p:nvPr/>
          </p:nvSpPr>
          <p:spPr>
            <a:xfrm rot="18900000">
              <a:off x="5299920" y="3885120"/>
              <a:ext cx="995760" cy="114480"/>
            </a:xfrm>
            <a:prstGeom prst="roundRect">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theme/theme1.xml><?xml version="1.0" encoding="utf-8"?>
<a:theme xmlns:a="http://schemas.openxmlformats.org/drawingml/2006/main" name="Business Administration School Center by Slidesgo">
  <a:themeElements>
    <a:clrScheme name="Simple Light">
      <a:dk1>
        <a:srgbClr val="092241"/>
      </a:dk1>
      <a:lt1>
        <a:srgbClr val="F8F8F8"/>
      </a:lt1>
      <a:dk2>
        <a:srgbClr val="B7B7B7"/>
      </a:dk2>
      <a:lt2>
        <a:srgbClr val="6194E6"/>
      </a:lt2>
      <a:accent1>
        <a:srgbClr val="FFFFFF"/>
      </a:accent1>
      <a:accent2>
        <a:srgbClr val="FFFFFF"/>
      </a:accent2>
      <a:accent3>
        <a:srgbClr val="FFFFFF"/>
      </a:accent3>
      <a:accent4>
        <a:srgbClr val="FFFFFF"/>
      </a:accent4>
      <a:accent5>
        <a:srgbClr val="FFFFFF"/>
      </a:accent5>
      <a:accent6>
        <a:srgbClr val="FFFFFF"/>
      </a:accent6>
      <a:hlink>
        <a:srgbClr val="0922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TotalTime>
  <Words>374</Words>
  <Application>Microsoft Macintosh PowerPoint</Application>
  <PresentationFormat>Bildspel på skärmen (16:9)</PresentationFormat>
  <Paragraphs>28</Paragraphs>
  <Slides>12</Slides>
  <Notes>0</Notes>
  <HiddenSlides>0</HiddenSlides>
  <MMClips>0</MMClips>
  <ScaleCrop>false</ScaleCrop>
  <HeadingPairs>
    <vt:vector size="6" baseType="variant">
      <vt:variant>
        <vt:lpstr>Använt teckensnitt</vt:lpstr>
      </vt:variant>
      <vt:variant>
        <vt:i4>8</vt:i4>
      </vt:variant>
      <vt:variant>
        <vt:lpstr>Tema</vt:lpstr>
      </vt:variant>
      <vt:variant>
        <vt:i4>2</vt:i4>
      </vt:variant>
      <vt:variant>
        <vt:lpstr>Bildrubriker</vt:lpstr>
      </vt:variant>
      <vt:variant>
        <vt:i4>12</vt:i4>
      </vt:variant>
    </vt:vector>
  </HeadingPairs>
  <TitlesOfParts>
    <vt:vector size="22" baseType="lpstr">
      <vt:lpstr>Archivo</vt:lpstr>
      <vt:lpstr>Archivo Black</vt:lpstr>
      <vt:lpstr>Arial</vt:lpstr>
      <vt:lpstr>Calibri</vt:lpstr>
      <vt:lpstr>Manrope</vt:lpstr>
      <vt:lpstr>OpenSymbol</vt:lpstr>
      <vt:lpstr>Symbol</vt:lpstr>
      <vt:lpstr>Wingdings</vt:lpstr>
      <vt:lpstr>Business Administration School Center by Slidesgo</vt:lpstr>
      <vt:lpstr>Slidesgo Final Pages</vt:lpstr>
      <vt:lpstr>Account Managers</vt:lpstr>
      <vt:lpstr>Introduction</vt:lpstr>
      <vt:lpstr>PowerPoint-presentation</vt:lpstr>
      <vt:lpstr>PowerPoint-presentation</vt:lpstr>
      <vt:lpstr>PowerPoint-presentation</vt:lpstr>
      <vt:lpstr>Sustainability Awareness</vt:lpstr>
      <vt:lpstr>PowerPoint-presentation</vt:lpstr>
      <vt:lpstr>PowerPoint-presentation</vt:lpstr>
      <vt:lpstr>PowerPoint-presentation</vt:lpstr>
      <vt:lpstr>PowerPoint-presentation</vt:lpstr>
      <vt:lpstr>Conclusions</vt:lpstr>
      <vt:lpstr>Thanks!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Kokchun Giang</cp:lastModifiedBy>
  <cp:revision>1</cp:revision>
  <dcterms:modified xsi:type="dcterms:W3CDTF">2026-02-03T20:35:02Z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2026-02-03T20:32:59Z</dcterms:created>
  <dc:creator>Unknown Creator</dc:creator>
  <dc:description/>
  <dc:language>en-US</dc:language>
  <cp:lastModifiedBy>Unknown Creator</cp:lastModifiedBy>
  <dcterms:modified xsi:type="dcterms:W3CDTF">2026-02-03T20:32:59Z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